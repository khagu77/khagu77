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7"/>
  </p:notesMasterIdLst>
  <p:handoutMasterIdLst>
    <p:handoutMasterId r:id="rId8"/>
  </p:handoutMasterIdLst>
  <p:sldIdLst>
    <p:sldId id="797" r:id="rId5"/>
    <p:sldId id="798" r:id="rId6"/>
  </p:sldIdLst>
  <p:sldSz cx="10693400" cy="7561263"/>
  <p:notesSz cx="6797675" cy="9926638"/>
  <p:defaultTextStyle>
    <a:defPPr>
      <a:defRPr lang="de-DE"/>
    </a:defPPr>
    <a:lvl1pPr marL="0" algn="l" defTabSz="521436" rtl="0" eaLnBrk="1" latinLnBrk="0" hangingPunct="1">
      <a:defRPr sz="2100" kern="1200">
        <a:solidFill>
          <a:schemeClr val="tx1"/>
        </a:solidFill>
        <a:latin typeface="+mn-lt"/>
        <a:ea typeface="+mn-ea"/>
        <a:cs typeface="+mn-cs"/>
      </a:defRPr>
    </a:lvl1pPr>
    <a:lvl2pPr marL="521436" algn="l" defTabSz="521436" rtl="0" eaLnBrk="1" latinLnBrk="0" hangingPunct="1">
      <a:defRPr sz="2100" kern="1200">
        <a:solidFill>
          <a:schemeClr val="tx1"/>
        </a:solidFill>
        <a:latin typeface="+mn-lt"/>
        <a:ea typeface="+mn-ea"/>
        <a:cs typeface="+mn-cs"/>
      </a:defRPr>
    </a:lvl2pPr>
    <a:lvl3pPr marL="1042872" algn="l" defTabSz="521436" rtl="0" eaLnBrk="1" latinLnBrk="0" hangingPunct="1">
      <a:defRPr sz="2100" kern="1200">
        <a:solidFill>
          <a:schemeClr val="tx1"/>
        </a:solidFill>
        <a:latin typeface="+mn-lt"/>
        <a:ea typeface="+mn-ea"/>
        <a:cs typeface="+mn-cs"/>
      </a:defRPr>
    </a:lvl3pPr>
    <a:lvl4pPr marL="1564308" algn="l" defTabSz="521436" rtl="0" eaLnBrk="1" latinLnBrk="0" hangingPunct="1">
      <a:defRPr sz="2100" kern="1200">
        <a:solidFill>
          <a:schemeClr val="tx1"/>
        </a:solidFill>
        <a:latin typeface="+mn-lt"/>
        <a:ea typeface="+mn-ea"/>
        <a:cs typeface="+mn-cs"/>
      </a:defRPr>
    </a:lvl4pPr>
    <a:lvl5pPr marL="2085744" algn="l" defTabSz="521436" rtl="0" eaLnBrk="1" latinLnBrk="0" hangingPunct="1">
      <a:defRPr sz="2100" kern="1200">
        <a:solidFill>
          <a:schemeClr val="tx1"/>
        </a:solidFill>
        <a:latin typeface="+mn-lt"/>
        <a:ea typeface="+mn-ea"/>
        <a:cs typeface="+mn-cs"/>
      </a:defRPr>
    </a:lvl5pPr>
    <a:lvl6pPr marL="2607179" algn="l" defTabSz="521436" rtl="0" eaLnBrk="1" latinLnBrk="0" hangingPunct="1">
      <a:defRPr sz="2100" kern="1200">
        <a:solidFill>
          <a:schemeClr val="tx1"/>
        </a:solidFill>
        <a:latin typeface="+mn-lt"/>
        <a:ea typeface="+mn-ea"/>
        <a:cs typeface="+mn-cs"/>
      </a:defRPr>
    </a:lvl6pPr>
    <a:lvl7pPr marL="3128616" algn="l" defTabSz="521436" rtl="0" eaLnBrk="1" latinLnBrk="0" hangingPunct="1">
      <a:defRPr sz="2100" kern="1200">
        <a:solidFill>
          <a:schemeClr val="tx1"/>
        </a:solidFill>
        <a:latin typeface="+mn-lt"/>
        <a:ea typeface="+mn-ea"/>
        <a:cs typeface="+mn-cs"/>
      </a:defRPr>
    </a:lvl7pPr>
    <a:lvl8pPr marL="3650052" algn="l" defTabSz="521436" rtl="0" eaLnBrk="1" latinLnBrk="0" hangingPunct="1">
      <a:defRPr sz="2100" kern="1200">
        <a:solidFill>
          <a:schemeClr val="tx1"/>
        </a:solidFill>
        <a:latin typeface="+mn-lt"/>
        <a:ea typeface="+mn-ea"/>
        <a:cs typeface="+mn-cs"/>
      </a:defRPr>
    </a:lvl8pPr>
    <a:lvl9pPr marL="4171487" algn="l" defTabSz="52143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BB71A977-6969-4E4E-B83D-3E7B5551884B}">
          <p14:sldIdLst>
            <p14:sldId id="797"/>
            <p14:sldId id="798"/>
          </p14:sldIdLst>
        </p14:section>
      </p14:sectionLst>
    </p:ext>
    <p:ext uri="{EFAFB233-063F-42B5-8137-9DF3F51BA10A}">
      <p15:sldGuideLst xmlns:p15="http://schemas.microsoft.com/office/powerpoint/2012/main">
        <p15:guide id="1" orient="horz" pos="212">
          <p15:clr>
            <a:srgbClr val="A4A3A4"/>
          </p15:clr>
        </p15:guide>
        <p15:guide id="2" orient="horz" pos="4581">
          <p15:clr>
            <a:srgbClr val="A4A3A4"/>
          </p15:clr>
        </p15:guide>
        <p15:guide id="3" orient="horz" pos="734">
          <p15:clr>
            <a:srgbClr val="A4A3A4"/>
          </p15:clr>
        </p15:guide>
        <p15:guide id="4" orient="horz" pos="4519">
          <p15:clr>
            <a:srgbClr val="A4A3A4"/>
          </p15:clr>
        </p15:guide>
        <p15:guide id="5" orient="horz" pos="4204">
          <p15:clr>
            <a:srgbClr val="A4A3A4"/>
          </p15:clr>
        </p15:guide>
        <p15:guide id="6" orient="horz" pos="482">
          <p15:clr>
            <a:srgbClr val="A4A3A4"/>
          </p15:clr>
        </p15:guide>
        <p15:guide id="7" orient="horz" pos="1081">
          <p15:clr>
            <a:srgbClr val="A4A3A4"/>
          </p15:clr>
        </p15:guide>
        <p15:guide id="8" orient="horz" pos="4258">
          <p15:clr>
            <a:srgbClr val="A4A3A4"/>
          </p15:clr>
        </p15:guide>
        <p15:guide id="9" orient="horz" pos="1852">
          <p15:clr>
            <a:srgbClr val="A4A3A4"/>
          </p15:clr>
        </p15:guide>
        <p15:guide id="10" orient="horz" pos="2020">
          <p15:clr>
            <a:srgbClr val="A4A3A4"/>
          </p15:clr>
        </p15:guide>
        <p15:guide id="11" pos="6108">
          <p15:clr>
            <a:srgbClr val="A4A3A4"/>
          </p15:clr>
        </p15:guide>
        <p15:guide id="12" pos="6509">
          <p15:clr>
            <a:srgbClr val="A4A3A4"/>
          </p15:clr>
        </p15:guide>
        <p15:guide id="13" pos="3433">
          <p15:clr>
            <a:srgbClr val="A4A3A4"/>
          </p15:clr>
        </p15:guide>
        <p15:guide id="14" pos="227">
          <p15:clr>
            <a:srgbClr val="A4A3A4"/>
          </p15:clr>
        </p15:guide>
        <p15:guide id="15" pos="1166">
          <p15:clr>
            <a:srgbClr val="A4A3A4"/>
          </p15:clr>
        </p15:guide>
        <p15:guide id="16" pos="5573">
          <p15:clr>
            <a:srgbClr val="A4A3A4"/>
          </p15:clr>
        </p15:guide>
        <p15:guide id="17" pos="5442">
          <p15:clr>
            <a:srgbClr val="A4A3A4"/>
          </p15:clr>
        </p15:guide>
        <p15:guide id="18" pos="4502">
          <p15:clr>
            <a:srgbClr val="A4A3A4"/>
          </p15:clr>
        </p15:guide>
        <p15:guide id="19" pos="4379">
          <p15:clr>
            <a:srgbClr val="A4A3A4"/>
          </p15:clr>
        </p15:guide>
        <p15:guide id="20" pos="3303">
          <p15:clr>
            <a:srgbClr val="A4A3A4"/>
          </p15:clr>
        </p15:guide>
        <p15:guide id="21" pos="2234">
          <p15:clr>
            <a:srgbClr val="A4A3A4"/>
          </p15:clr>
        </p15:guide>
        <p15:guide id="22" pos="1297">
          <p15:clr>
            <a:srgbClr val="A4A3A4"/>
          </p15:clr>
        </p15:guide>
        <p15:guide id="23" pos="630">
          <p15:clr>
            <a:srgbClr val="A4A3A4"/>
          </p15:clr>
        </p15:guide>
        <p15:guide id="24" pos="762">
          <p15:clr>
            <a:srgbClr val="A4A3A4"/>
          </p15:clr>
        </p15:guide>
        <p15:guide id="25" pos="2898">
          <p15:clr>
            <a:srgbClr val="A4A3A4"/>
          </p15:clr>
        </p15:guide>
        <p15:guide id="26" pos="2366">
          <p15:clr>
            <a:srgbClr val="A4A3A4"/>
          </p15:clr>
        </p15:guide>
        <p15:guide id="27" pos="2768">
          <p15:clr>
            <a:srgbClr val="A4A3A4"/>
          </p15:clr>
        </p15:guide>
        <p15:guide id="28" pos="1700">
          <p15:clr>
            <a:srgbClr val="A4A3A4"/>
          </p15:clr>
        </p15:guide>
        <p15:guide id="29" pos="3837">
          <p15:clr>
            <a:srgbClr val="A4A3A4"/>
          </p15:clr>
        </p15:guide>
        <p15:guide id="30" pos="3969">
          <p15:clr>
            <a:srgbClr val="A4A3A4"/>
          </p15:clr>
        </p15:guide>
        <p15:guide id="31" pos="4908">
          <p15:clr>
            <a:srgbClr val="A4A3A4"/>
          </p15:clr>
        </p15:guide>
        <p15:guide id="32" pos="5038">
          <p15:clr>
            <a:srgbClr val="A4A3A4"/>
          </p15:clr>
        </p15:guide>
        <p15:guide id="33" pos="5977">
          <p15:clr>
            <a:srgbClr val="A4A3A4"/>
          </p15:clr>
        </p15:guide>
        <p15:guide id="34" pos="1829">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guide id="3" orient="horz" pos="3127" userDrawn="1">
          <p15:clr>
            <a:srgbClr val="A4A3A4"/>
          </p15:clr>
        </p15:guide>
        <p15:guide id="4"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A9A8"/>
    <a:srgbClr val="FFCCCC"/>
    <a:srgbClr val="0000FF"/>
    <a:srgbClr val="E4DCD3"/>
    <a:srgbClr val="C69065"/>
    <a:srgbClr val="8D8778"/>
    <a:srgbClr val="002C5F"/>
    <a:srgbClr val="E9E6E2"/>
    <a:srgbClr val="C6C1B7"/>
    <a:srgbClr val="BFF0E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55" autoAdjust="0"/>
    <p:restoredTop sz="95401" autoAdjust="0"/>
  </p:normalViewPr>
  <p:slideViewPr>
    <p:cSldViewPr snapToGrid="0" showGuides="1">
      <p:cViewPr varScale="1">
        <p:scale>
          <a:sx n="129" d="100"/>
          <a:sy n="129" d="100"/>
        </p:scale>
        <p:origin x="1512" y="208"/>
      </p:cViewPr>
      <p:guideLst>
        <p:guide orient="horz" pos="212"/>
        <p:guide orient="horz" pos="4581"/>
        <p:guide orient="horz" pos="734"/>
        <p:guide orient="horz" pos="4519"/>
        <p:guide orient="horz" pos="4204"/>
        <p:guide orient="horz" pos="482"/>
        <p:guide orient="horz" pos="1081"/>
        <p:guide orient="horz" pos="4258"/>
        <p:guide orient="horz" pos="1852"/>
        <p:guide orient="horz" pos="2020"/>
        <p:guide pos="6108"/>
        <p:guide pos="6509"/>
        <p:guide pos="3433"/>
        <p:guide pos="227"/>
        <p:guide pos="1166"/>
        <p:guide pos="5573"/>
        <p:guide pos="5442"/>
        <p:guide pos="4502"/>
        <p:guide pos="4379"/>
        <p:guide pos="3303"/>
        <p:guide pos="2234"/>
        <p:guide pos="1297"/>
        <p:guide pos="630"/>
        <p:guide pos="762"/>
        <p:guide pos="2898"/>
        <p:guide pos="2366"/>
        <p:guide pos="2768"/>
        <p:guide pos="1700"/>
        <p:guide pos="3837"/>
        <p:guide pos="3969"/>
        <p:guide pos="4908"/>
        <p:guide pos="5038"/>
        <p:guide pos="5977"/>
        <p:guide pos="1829"/>
      </p:guideLst>
    </p:cSldViewPr>
  </p:slideViewPr>
  <p:outlineViewPr>
    <p:cViewPr>
      <p:scale>
        <a:sx n="33" d="100"/>
        <a:sy n="33" d="100"/>
      </p:scale>
      <p:origin x="0" y="9438"/>
    </p:cViewPr>
  </p:outlin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86" d="100"/>
          <a:sy n="86" d="100"/>
        </p:scale>
        <p:origin x="-3126" y="-72"/>
      </p:cViewPr>
      <p:guideLst>
        <p:guide orient="horz" pos="3108"/>
        <p:guide pos="2122"/>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긍</c:v>
                </c:pt>
              </c:strCache>
            </c:strRef>
          </c:tx>
          <c:spPr>
            <a:solidFill>
              <a:srgbClr val="0070C0"/>
            </a:solidFill>
            <a:ln>
              <a:noFill/>
            </a:ln>
            <a:effectLst/>
          </c:spPr>
          <c:invertIfNegative val="0"/>
          <c:cat>
            <c:strRef>
              <c:f>Sheet1!$A$2:$A$6</c:f>
              <c:strCache>
                <c:ptCount val="5"/>
                <c:pt idx="0">
                  <c:v>유튜브</c:v>
                </c:pt>
                <c:pt idx="1">
                  <c:v>커뮤니티</c:v>
                </c:pt>
                <c:pt idx="2">
                  <c:v>동호회</c:v>
                </c:pt>
                <c:pt idx="3">
                  <c:v>언론</c:v>
                </c:pt>
                <c:pt idx="4">
                  <c:v>전 채널</c:v>
                </c:pt>
              </c:strCache>
            </c:strRef>
          </c:cat>
          <c:val>
            <c:numRef>
              <c:f>Sheet1!$B$2:$B$6</c:f>
              <c:numCache>
                <c:formatCode>0%</c:formatCode>
                <c:ptCount val="5"/>
                <c:pt idx="0">
                  <c:v>0.01</c:v>
                </c:pt>
                <c:pt idx="1">
                  <c:v>7.0000000000000001E-3</c:v>
                </c:pt>
                <c:pt idx="2">
                  <c:v>3.4000000000000002E-2</c:v>
                </c:pt>
                <c:pt idx="3">
                  <c:v>8.9999999999999993E-3</c:v>
                </c:pt>
                <c:pt idx="4">
                  <c:v>1.4999999999999999E-2</c:v>
                </c:pt>
              </c:numCache>
            </c:numRef>
          </c:val>
          <c:extLst>
            <c:ext xmlns:c16="http://schemas.microsoft.com/office/drawing/2014/chart" uri="{C3380CC4-5D6E-409C-BE32-E72D297353CC}">
              <c16:uniqueId val="{00000000-1A1D-4735-97FE-8CE38298721D}"/>
            </c:ext>
          </c:extLst>
        </c:ser>
        <c:ser>
          <c:idx val="1"/>
          <c:order val="1"/>
          <c:tx>
            <c:strRef>
              <c:f>Sheet1!$C$1</c:f>
              <c:strCache>
                <c:ptCount val="1"/>
                <c:pt idx="0">
                  <c:v>중</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현대하모니 L" panose="02020603020101020101" pitchFamily="18" charset="-127"/>
                    <a:ea typeface="현대하모니 L" panose="02020603020101020101" pitchFamily="18" charset="-127"/>
                    <a:cs typeface="+mn-cs"/>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유튜브</c:v>
                </c:pt>
                <c:pt idx="1">
                  <c:v>커뮤니티</c:v>
                </c:pt>
                <c:pt idx="2">
                  <c:v>동호회</c:v>
                </c:pt>
                <c:pt idx="3">
                  <c:v>언론</c:v>
                </c:pt>
                <c:pt idx="4">
                  <c:v>전 채널</c:v>
                </c:pt>
              </c:strCache>
            </c:strRef>
          </c:cat>
          <c:val>
            <c:numRef>
              <c:f>Sheet1!$C$2:$C$6</c:f>
              <c:numCache>
                <c:formatCode>0%</c:formatCode>
                <c:ptCount val="5"/>
                <c:pt idx="0">
                  <c:v>0.182</c:v>
                </c:pt>
                <c:pt idx="1">
                  <c:v>0.46300000000000002</c:v>
                </c:pt>
                <c:pt idx="2">
                  <c:v>0.46899999999999997</c:v>
                </c:pt>
                <c:pt idx="3">
                  <c:v>0.19900000000000001</c:v>
                </c:pt>
                <c:pt idx="4">
                  <c:v>0.32800000000000001</c:v>
                </c:pt>
              </c:numCache>
            </c:numRef>
          </c:val>
          <c:extLst>
            <c:ext xmlns:c16="http://schemas.microsoft.com/office/drawing/2014/chart" uri="{C3380CC4-5D6E-409C-BE32-E72D297353CC}">
              <c16:uniqueId val="{00000001-1A1D-4735-97FE-8CE38298721D}"/>
            </c:ext>
          </c:extLst>
        </c:ser>
        <c:ser>
          <c:idx val="2"/>
          <c:order val="2"/>
          <c:tx>
            <c:strRef>
              <c:f>Sheet1!$D$1</c:f>
              <c:strCache>
                <c:ptCount val="1"/>
                <c:pt idx="0">
                  <c:v>부</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현대하모니 L" panose="02020603020101020101" pitchFamily="18" charset="-127"/>
                    <a:ea typeface="현대하모니 L" panose="02020603020101020101" pitchFamily="18" charset="-127"/>
                    <a:cs typeface="+mn-cs"/>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유튜브</c:v>
                </c:pt>
                <c:pt idx="1">
                  <c:v>커뮤니티</c:v>
                </c:pt>
                <c:pt idx="2">
                  <c:v>동호회</c:v>
                </c:pt>
                <c:pt idx="3">
                  <c:v>언론</c:v>
                </c:pt>
                <c:pt idx="4">
                  <c:v>전 채널</c:v>
                </c:pt>
              </c:strCache>
            </c:strRef>
          </c:cat>
          <c:val>
            <c:numRef>
              <c:f>Sheet1!$D$2:$D$6</c:f>
              <c:numCache>
                <c:formatCode>0%</c:formatCode>
                <c:ptCount val="5"/>
                <c:pt idx="0">
                  <c:v>0.69199999999999995</c:v>
                </c:pt>
                <c:pt idx="1">
                  <c:v>0.42499999999999999</c:v>
                </c:pt>
                <c:pt idx="2">
                  <c:v>0.432</c:v>
                </c:pt>
                <c:pt idx="3">
                  <c:v>0.55000000000000004</c:v>
                </c:pt>
                <c:pt idx="4">
                  <c:v>0.52500000000000002</c:v>
                </c:pt>
              </c:numCache>
            </c:numRef>
          </c:val>
          <c:extLst>
            <c:ext xmlns:c16="http://schemas.microsoft.com/office/drawing/2014/chart" uri="{C3380CC4-5D6E-409C-BE32-E72D297353CC}">
              <c16:uniqueId val="{00000002-1A1D-4735-97FE-8CE38298721D}"/>
            </c:ext>
          </c:extLst>
        </c:ser>
        <c:ser>
          <c:idx val="3"/>
          <c:order val="3"/>
          <c:tx>
            <c:strRef>
              <c:f>Sheet1!$E$1</c:f>
              <c:strCache>
                <c:ptCount val="1"/>
                <c:pt idx="0">
                  <c:v>단비</c:v>
                </c:pt>
              </c:strCache>
            </c:strRef>
          </c:tx>
          <c:spPr>
            <a:solidFill>
              <a:srgbClr val="E2A9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현대하모니 L" panose="02020603020101020101" pitchFamily="18" charset="-127"/>
                    <a:ea typeface="현대하모니 L" panose="02020603020101020101" pitchFamily="18" charset="-127"/>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유튜브</c:v>
                </c:pt>
                <c:pt idx="1">
                  <c:v>커뮤니티</c:v>
                </c:pt>
                <c:pt idx="2">
                  <c:v>동호회</c:v>
                </c:pt>
                <c:pt idx="3">
                  <c:v>언론</c:v>
                </c:pt>
                <c:pt idx="4">
                  <c:v>전 채널</c:v>
                </c:pt>
              </c:strCache>
            </c:strRef>
          </c:cat>
          <c:val>
            <c:numRef>
              <c:f>Sheet1!$E$2:$E$6</c:f>
              <c:numCache>
                <c:formatCode>0%</c:formatCode>
                <c:ptCount val="5"/>
                <c:pt idx="0">
                  <c:v>0.11600000000000001</c:v>
                </c:pt>
                <c:pt idx="1">
                  <c:v>0.104</c:v>
                </c:pt>
                <c:pt idx="2">
                  <c:v>6.5000000000000002E-2</c:v>
                </c:pt>
                <c:pt idx="3">
                  <c:v>0.24099999999999999</c:v>
                </c:pt>
                <c:pt idx="4">
                  <c:v>0.13200000000000001</c:v>
                </c:pt>
              </c:numCache>
            </c:numRef>
          </c:val>
          <c:extLst>
            <c:ext xmlns:c16="http://schemas.microsoft.com/office/drawing/2014/chart" uri="{C3380CC4-5D6E-409C-BE32-E72D297353CC}">
              <c16:uniqueId val="{00000000-0540-45FF-9A94-BF1EA8A2C5E9}"/>
            </c:ext>
          </c:extLst>
        </c:ser>
        <c:dLbls>
          <c:showLegendKey val="0"/>
          <c:showVal val="0"/>
          <c:showCatName val="0"/>
          <c:showSerName val="0"/>
          <c:showPercent val="0"/>
          <c:showBubbleSize val="0"/>
        </c:dLbls>
        <c:gapWidth val="150"/>
        <c:overlap val="100"/>
        <c:axId val="16961199"/>
        <c:axId val="1334628767"/>
      </c:barChart>
      <c:catAx>
        <c:axId val="169611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현대하모니 L" panose="02020603020101020101" pitchFamily="18" charset="-127"/>
                <a:ea typeface="현대하모니 L" panose="02020603020101020101" pitchFamily="18" charset="-127"/>
                <a:cs typeface="+mn-cs"/>
              </a:defRPr>
            </a:pPr>
            <a:endParaRPr lang="ko-KR"/>
          </a:p>
        </c:txPr>
        <c:crossAx val="1334628767"/>
        <c:crosses val="autoZero"/>
        <c:auto val="1"/>
        <c:lblAlgn val="ctr"/>
        <c:lblOffset val="100"/>
        <c:noMultiLvlLbl val="0"/>
      </c:catAx>
      <c:valAx>
        <c:axId val="1334628767"/>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9611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3" y="4"/>
            <a:ext cx="2945659" cy="496331"/>
          </a:xfrm>
          <a:prstGeom prst="rect">
            <a:avLst/>
          </a:prstGeom>
        </p:spPr>
        <p:txBody>
          <a:bodyPr vert="horz" lIns="91411" tIns="45706" rIns="91411" bIns="45706" rtlCol="0"/>
          <a:lstStyle>
            <a:lvl1pPr algn="l">
              <a:defRPr sz="1200"/>
            </a:lvl1pPr>
          </a:lstStyle>
          <a:p>
            <a:endParaRPr lang="de-DE" dirty="0">
              <a:latin typeface="현대산스 Head" panose="020B0600000101010101" pitchFamily="50" charset="-127"/>
            </a:endParaRPr>
          </a:p>
        </p:txBody>
      </p:sp>
      <p:sp>
        <p:nvSpPr>
          <p:cNvPr id="3" name="Datumsplatzhalter 2"/>
          <p:cNvSpPr>
            <a:spLocks noGrp="1"/>
          </p:cNvSpPr>
          <p:nvPr>
            <p:ph type="dt" sz="quarter" idx="1"/>
          </p:nvPr>
        </p:nvSpPr>
        <p:spPr>
          <a:xfrm>
            <a:off x="3850446" y="4"/>
            <a:ext cx="2945659" cy="496331"/>
          </a:xfrm>
          <a:prstGeom prst="rect">
            <a:avLst/>
          </a:prstGeom>
        </p:spPr>
        <p:txBody>
          <a:bodyPr vert="horz" lIns="91411" tIns="45706" rIns="91411" bIns="45706" rtlCol="0"/>
          <a:lstStyle>
            <a:lvl1pPr algn="r">
              <a:defRPr sz="1200"/>
            </a:lvl1pPr>
          </a:lstStyle>
          <a:p>
            <a:fld id="{CA74C10B-FD06-F240-8AF9-C1AB7D589BAF}" type="datetimeFigureOut">
              <a:rPr lang="de-DE" smtClean="0">
                <a:latin typeface="현대산스 Head" panose="020B0600000101010101" pitchFamily="50" charset="-127"/>
              </a:rPr>
              <a:t>06.08.26</a:t>
            </a:fld>
            <a:endParaRPr lang="de-DE" dirty="0">
              <a:latin typeface="현대산스 Head" panose="020B0600000101010101" pitchFamily="50" charset="-127"/>
            </a:endParaRPr>
          </a:p>
        </p:txBody>
      </p:sp>
      <p:sp>
        <p:nvSpPr>
          <p:cNvPr id="4" name="Fußzeilenplatzhalter 3"/>
          <p:cNvSpPr>
            <a:spLocks noGrp="1"/>
          </p:cNvSpPr>
          <p:nvPr>
            <p:ph type="ftr" sz="quarter" idx="2"/>
          </p:nvPr>
        </p:nvSpPr>
        <p:spPr>
          <a:xfrm>
            <a:off x="3" y="9428586"/>
            <a:ext cx="2945659" cy="496331"/>
          </a:xfrm>
          <a:prstGeom prst="rect">
            <a:avLst/>
          </a:prstGeom>
        </p:spPr>
        <p:txBody>
          <a:bodyPr vert="horz" lIns="91411" tIns="45706" rIns="91411" bIns="45706" rtlCol="0" anchor="b"/>
          <a:lstStyle>
            <a:lvl1pPr algn="l">
              <a:defRPr sz="1200"/>
            </a:lvl1pPr>
          </a:lstStyle>
          <a:p>
            <a:endParaRPr lang="de-DE" dirty="0">
              <a:latin typeface="현대산스 Head" panose="020B0600000101010101" pitchFamily="50" charset="-127"/>
            </a:endParaRPr>
          </a:p>
        </p:txBody>
      </p:sp>
      <p:sp>
        <p:nvSpPr>
          <p:cNvPr id="5" name="Foliennummernplatzhalter 4"/>
          <p:cNvSpPr>
            <a:spLocks noGrp="1"/>
          </p:cNvSpPr>
          <p:nvPr>
            <p:ph type="sldNum" sz="quarter" idx="3"/>
          </p:nvPr>
        </p:nvSpPr>
        <p:spPr>
          <a:xfrm>
            <a:off x="3850446" y="9428586"/>
            <a:ext cx="2945659" cy="496331"/>
          </a:xfrm>
          <a:prstGeom prst="rect">
            <a:avLst/>
          </a:prstGeom>
        </p:spPr>
        <p:txBody>
          <a:bodyPr vert="horz" lIns="91411" tIns="45706" rIns="91411" bIns="45706" rtlCol="0" anchor="b"/>
          <a:lstStyle>
            <a:lvl1pPr algn="r">
              <a:defRPr sz="1200"/>
            </a:lvl1pPr>
          </a:lstStyle>
          <a:p>
            <a:fld id="{4AFE050C-2746-3F48-B8C5-7DAA1EAB31CD}" type="slidenum">
              <a:rPr lang="de-DE" smtClean="0">
                <a:latin typeface="현대산스 Head" panose="020B0600000101010101" pitchFamily="50" charset="-127"/>
              </a:rPr>
              <a:t>‹#›</a:t>
            </a:fld>
            <a:endParaRPr lang="de-DE" dirty="0">
              <a:latin typeface="현대산스 Head" panose="020B0600000101010101" pitchFamily="50" charset="-127"/>
            </a:endParaRPr>
          </a:p>
        </p:txBody>
      </p:sp>
    </p:spTree>
    <p:extLst>
      <p:ext uri="{BB962C8B-B14F-4D97-AF65-F5344CB8AC3E}">
        <p14:creationId xmlns:p14="http://schemas.microsoft.com/office/powerpoint/2010/main" val="29653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3" y="4"/>
            <a:ext cx="2945659" cy="496331"/>
          </a:xfrm>
          <a:prstGeom prst="rect">
            <a:avLst/>
          </a:prstGeom>
        </p:spPr>
        <p:txBody>
          <a:bodyPr vert="horz" lIns="91411" tIns="45706" rIns="91411" bIns="45706" rtlCol="0"/>
          <a:lstStyle>
            <a:lvl1pPr algn="l">
              <a:defRPr sz="1200">
                <a:latin typeface="현대산스 Head" panose="020B0600000101010101" pitchFamily="50" charset="-127"/>
              </a:defRPr>
            </a:lvl1pPr>
          </a:lstStyle>
          <a:p>
            <a:endParaRPr lang="de-DE" dirty="0"/>
          </a:p>
        </p:txBody>
      </p:sp>
      <p:sp>
        <p:nvSpPr>
          <p:cNvPr id="3" name="Datumsplatzhalter 2"/>
          <p:cNvSpPr>
            <a:spLocks noGrp="1"/>
          </p:cNvSpPr>
          <p:nvPr>
            <p:ph type="dt" idx="1"/>
          </p:nvPr>
        </p:nvSpPr>
        <p:spPr>
          <a:xfrm>
            <a:off x="3850446" y="4"/>
            <a:ext cx="2945659" cy="496331"/>
          </a:xfrm>
          <a:prstGeom prst="rect">
            <a:avLst/>
          </a:prstGeom>
        </p:spPr>
        <p:txBody>
          <a:bodyPr vert="horz" lIns="91411" tIns="45706" rIns="91411" bIns="45706" rtlCol="0"/>
          <a:lstStyle>
            <a:lvl1pPr algn="r">
              <a:defRPr sz="1200">
                <a:latin typeface="현대산스 Head" panose="020B0600000101010101" pitchFamily="50" charset="-127"/>
              </a:defRPr>
            </a:lvl1pPr>
          </a:lstStyle>
          <a:p>
            <a:fld id="{EFF4B5C2-5DC9-8F45-8247-D282A2E36C81}" type="datetimeFigureOut">
              <a:rPr lang="de-DE" smtClean="0"/>
              <a:pPr/>
              <a:t>06.08.26</a:t>
            </a:fld>
            <a:endParaRPr lang="de-DE" dirty="0"/>
          </a:p>
        </p:txBody>
      </p:sp>
      <p:sp>
        <p:nvSpPr>
          <p:cNvPr id="4" name="Folienbildplatzhalter 3"/>
          <p:cNvSpPr>
            <a:spLocks noGrp="1" noRot="1" noChangeAspect="1"/>
          </p:cNvSpPr>
          <p:nvPr>
            <p:ph type="sldImg" idx="2"/>
          </p:nvPr>
        </p:nvSpPr>
        <p:spPr>
          <a:xfrm>
            <a:off x="768350" y="744538"/>
            <a:ext cx="5260975" cy="3721100"/>
          </a:xfrm>
          <a:prstGeom prst="rect">
            <a:avLst/>
          </a:prstGeom>
          <a:noFill/>
          <a:ln w="12700">
            <a:solidFill>
              <a:prstClr val="black"/>
            </a:solidFill>
          </a:ln>
        </p:spPr>
        <p:txBody>
          <a:bodyPr vert="horz" lIns="91411" tIns="45706" rIns="91411" bIns="45706" rtlCol="0" anchor="ctr"/>
          <a:lstStyle/>
          <a:p>
            <a:endParaRPr lang="de-DE" dirty="0"/>
          </a:p>
        </p:txBody>
      </p:sp>
      <p:sp>
        <p:nvSpPr>
          <p:cNvPr id="5" name="Notizenplatzhalter 4"/>
          <p:cNvSpPr>
            <a:spLocks noGrp="1"/>
          </p:cNvSpPr>
          <p:nvPr>
            <p:ph type="body" sz="quarter" idx="3"/>
          </p:nvPr>
        </p:nvSpPr>
        <p:spPr>
          <a:xfrm>
            <a:off x="679768" y="4715156"/>
            <a:ext cx="5438140" cy="4466987"/>
          </a:xfrm>
          <a:prstGeom prst="rect">
            <a:avLst/>
          </a:prstGeom>
        </p:spPr>
        <p:txBody>
          <a:bodyPr vert="horz" lIns="91411" tIns="45706" rIns="91411" bIns="45706"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3" y="9428586"/>
            <a:ext cx="2945659" cy="496331"/>
          </a:xfrm>
          <a:prstGeom prst="rect">
            <a:avLst/>
          </a:prstGeom>
        </p:spPr>
        <p:txBody>
          <a:bodyPr vert="horz" lIns="91411" tIns="45706" rIns="91411" bIns="45706" rtlCol="0" anchor="b"/>
          <a:lstStyle>
            <a:lvl1pPr algn="l">
              <a:defRPr sz="1200">
                <a:latin typeface="현대산스 Head" panose="020B0600000101010101" pitchFamily="50" charset="-127"/>
              </a:defRPr>
            </a:lvl1pPr>
          </a:lstStyle>
          <a:p>
            <a:endParaRPr lang="de-DE" dirty="0"/>
          </a:p>
        </p:txBody>
      </p:sp>
      <p:sp>
        <p:nvSpPr>
          <p:cNvPr id="7" name="Foliennummernplatzhalter 6"/>
          <p:cNvSpPr>
            <a:spLocks noGrp="1"/>
          </p:cNvSpPr>
          <p:nvPr>
            <p:ph type="sldNum" sz="quarter" idx="5"/>
          </p:nvPr>
        </p:nvSpPr>
        <p:spPr>
          <a:xfrm>
            <a:off x="3850446" y="9428586"/>
            <a:ext cx="2945659" cy="496331"/>
          </a:xfrm>
          <a:prstGeom prst="rect">
            <a:avLst/>
          </a:prstGeom>
        </p:spPr>
        <p:txBody>
          <a:bodyPr vert="horz" lIns="91411" tIns="45706" rIns="91411" bIns="45706" rtlCol="0" anchor="b"/>
          <a:lstStyle>
            <a:lvl1pPr algn="r">
              <a:defRPr sz="1200">
                <a:latin typeface="현대산스 Head" panose="020B0600000101010101" pitchFamily="50" charset="-127"/>
              </a:defRPr>
            </a:lvl1pPr>
          </a:lstStyle>
          <a:p>
            <a:fld id="{71DF7CCD-8A4B-8D44-B710-51F660176698}" type="slidenum">
              <a:rPr lang="de-DE" smtClean="0"/>
              <a:pPr/>
              <a:t>‹#›</a:t>
            </a:fld>
            <a:endParaRPr lang="de-DE" dirty="0"/>
          </a:p>
        </p:txBody>
      </p:sp>
    </p:spTree>
    <p:extLst>
      <p:ext uri="{BB962C8B-B14F-4D97-AF65-F5344CB8AC3E}">
        <p14:creationId xmlns:p14="http://schemas.microsoft.com/office/powerpoint/2010/main" val="3685285745"/>
      </p:ext>
    </p:extLst>
  </p:cSld>
  <p:clrMap bg1="lt1" tx1="dk1" bg2="lt2" tx2="dk2" accent1="accent1" accent2="accent2" accent3="accent3" accent4="accent4" accent5="accent5" accent6="accent6" hlink="hlink" folHlink="folHlink"/>
  <p:hf hdr="0" ftr="0" dt="0"/>
  <p:notesStyle>
    <a:lvl1pPr marL="0" algn="l" defTabSz="521436" rtl="0" eaLnBrk="1" latinLnBrk="0" hangingPunct="1">
      <a:defRPr sz="1400" kern="1200">
        <a:solidFill>
          <a:schemeClr val="tx1"/>
        </a:solidFill>
        <a:latin typeface="현대산스 Head" panose="020B0600000101010101" pitchFamily="50" charset="-127"/>
        <a:ea typeface="+mn-ea"/>
        <a:cs typeface="+mn-cs"/>
      </a:defRPr>
    </a:lvl1pPr>
    <a:lvl2pPr marL="521436" algn="l" defTabSz="521436" rtl="0" eaLnBrk="1" latinLnBrk="0" hangingPunct="1">
      <a:defRPr sz="1400" kern="1200">
        <a:solidFill>
          <a:schemeClr val="tx1"/>
        </a:solidFill>
        <a:latin typeface="현대산스 Head" panose="020B0600000101010101" pitchFamily="50" charset="-127"/>
        <a:ea typeface="+mn-ea"/>
        <a:cs typeface="+mn-cs"/>
      </a:defRPr>
    </a:lvl2pPr>
    <a:lvl3pPr marL="1042872" algn="l" defTabSz="521436" rtl="0" eaLnBrk="1" latinLnBrk="0" hangingPunct="1">
      <a:defRPr sz="1400" kern="1200">
        <a:solidFill>
          <a:schemeClr val="tx1"/>
        </a:solidFill>
        <a:latin typeface="현대산스 Head" panose="020B0600000101010101" pitchFamily="50" charset="-127"/>
        <a:ea typeface="+mn-ea"/>
        <a:cs typeface="+mn-cs"/>
      </a:defRPr>
    </a:lvl3pPr>
    <a:lvl4pPr marL="1564308" algn="l" defTabSz="521436" rtl="0" eaLnBrk="1" latinLnBrk="0" hangingPunct="1">
      <a:defRPr sz="1400" kern="1200">
        <a:solidFill>
          <a:schemeClr val="tx1"/>
        </a:solidFill>
        <a:latin typeface="현대산스 Head" panose="020B0600000101010101" pitchFamily="50" charset="-127"/>
        <a:ea typeface="+mn-ea"/>
        <a:cs typeface="+mn-cs"/>
      </a:defRPr>
    </a:lvl4pPr>
    <a:lvl5pPr marL="2085744" algn="l" defTabSz="521436" rtl="0" eaLnBrk="1" latinLnBrk="0" hangingPunct="1">
      <a:defRPr sz="1400" kern="1200">
        <a:solidFill>
          <a:schemeClr val="tx1"/>
        </a:solidFill>
        <a:latin typeface="현대산스 Head" panose="020B0600000101010101" pitchFamily="50" charset="-127"/>
        <a:ea typeface="+mn-ea"/>
        <a:cs typeface="+mn-cs"/>
      </a:defRPr>
    </a:lvl5pPr>
    <a:lvl6pPr marL="2607179" algn="l" defTabSz="521436" rtl="0" eaLnBrk="1" latinLnBrk="0" hangingPunct="1">
      <a:defRPr sz="1400" kern="1200">
        <a:solidFill>
          <a:schemeClr val="tx1"/>
        </a:solidFill>
        <a:latin typeface="+mn-lt"/>
        <a:ea typeface="+mn-ea"/>
        <a:cs typeface="+mn-cs"/>
      </a:defRPr>
    </a:lvl6pPr>
    <a:lvl7pPr marL="3128616" algn="l" defTabSz="521436" rtl="0" eaLnBrk="1" latinLnBrk="0" hangingPunct="1">
      <a:defRPr sz="1400" kern="1200">
        <a:solidFill>
          <a:schemeClr val="tx1"/>
        </a:solidFill>
        <a:latin typeface="+mn-lt"/>
        <a:ea typeface="+mn-ea"/>
        <a:cs typeface="+mn-cs"/>
      </a:defRPr>
    </a:lvl7pPr>
    <a:lvl8pPr marL="3650052" algn="l" defTabSz="521436" rtl="0" eaLnBrk="1" latinLnBrk="0" hangingPunct="1">
      <a:defRPr sz="1400" kern="1200">
        <a:solidFill>
          <a:schemeClr val="tx1"/>
        </a:solidFill>
        <a:latin typeface="+mn-lt"/>
        <a:ea typeface="+mn-ea"/>
        <a:cs typeface="+mn-cs"/>
      </a:defRPr>
    </a:lvl8pPr>
    <a:lvl9pPr marL="4171487" algn="l" defTabSz="52143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arm Sand + Image">
    <p:spTree>
      <p:nvGrpSpPr>
        <p:cNvPr id="1" name=""/>
        <p:cNvGrpSpPr/>
        <p:nvPr/>
      </p:nvGrpSpPr>
      <p:grpSpPr>
        <a:xfrm>
          <a:off x="0" y="0"/>
          <a:ext cx="0" cy="0"/>
          <a:chOff x="0" y="0"/>
          <a:chExt cx="0" cy="0"/>
        </a:xfrm>
      </p:grpSpPr>
      <p:sp>
        <p:nvSpPr>
          <p:cNvPr id="4" name="Rechteck 3"/>
          <p:cNvSpPr/>
          <p:nvPr userDrawn="1"/>
        </p:nvSpPr>
        <p:spPr>
          <a:xfrm>
            <a:off x="0" y="0"/>
            <a:ext cx="10693400" cy="7561263"/>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lIns="104287" tIns="52144" rIns="104287" bIns="52144" rtlCol="0" anchor="ctr"/>
          <a:lstStyle/>
          <a:p>
            <a:pPr algn="ctr"/>
            <a:endParaRPr lang="de-DE" noProof="0" dirty="0">
              <a:latin typeface="현대산스 Head" panose="020B0600000101010101" pitchFamily="50" charset="-127"/>
              <a:ea typeface="현대산스 Head" panose="020B0600000101010101" pitchFamily="50" charset="-127"/>
            </a:endParaRPr>
          </a:p>
        </p:txBody>
      </p:sp>
      <p:sp>
        <p:nvSpPr>
          <p:cNvPr id="9" name="Bildplatzhalter 2"/>
          <p:cNvSpPr>
            <a:spLocks noGrp="1"/>
          </p:cNvSpPr>
          <p:nvPr>
            <p:ph type="pic" idx="13"/>
          </p:nvPr>
        </p:nvSpPr>
        <p:spPr>
          <a:xfrm>
            <a:off x="360000" y="0"/>
            <a:ext cx="9972000" cy="6408000"/>
          </a:xfrm>
          <a:prstGeom prst="rect">
            <a:avLst/>
          </a:prstGeom>
          <a:noFill/>
        </p:spPr>
        <p:txBody>
          <a:bodyPr>
            <a:normAutofit/>
          </a:bodyPr>
          <a:lstStyle>
            <a:lvl1pPr marL="0" indent="0">
              <a:buNone/>
              <a:defRPr sz="800" b="0" i="0">
                <a:latin typeface="현대산스 Head" panose="020B0600000101010101" pitchFamily="50" charset="-127"/>
              </a:defRPr>
            </a:lvl1pPr>
            <a:lvl2pPr marL="521436" indent="0">
              <a:buNone/>
              <a:defRPr sz="3200"/>
            </a:lvl2pPr>
            <a:lvl3pPr marL="1042872" indent="0">
              <a:buNone/>
              <a:defRPr sz="2700"/>
            </a:lvl3pPr>
            <a:lvl4pPr marL="1564308" indent="0">
              <a:buNone/>
              <a:defRPr sz="2300"/>
            </a:lvl4pPr>
            <a:lvl5pPr marL="2085744" indent="0">
              <a:buNone/>
              <a:defRPr sz="2300"/>
            </a:lvl5pPr>
            <a:lvl6pPr marL="2607179" indent="0">
              <a:buNone/>
              <a:defRPr sz="2300"/>
            </a:lvl6pPr>
            <a:lvl7pPr marL="3128616" indent="0">
              <a:buNone/>
              <a:defRPr sz="2300"/>
            </a:lvl7pPr>
            <a:lvl8pPr marL="3650052" indent="0">
              <a:buNone/>
              <a:defRPr sz="2300"/>
            </a:lvl8pPr>
            <a:lvl9pPr marL="4171487" indent="0">
              <a:buNone/>
              <a:defRPr sz="2300"/>
            </a:lvl9pPr>
          </a:lstStyle>
          <a:p>
            <a:r>
              <a:rPr lang="ko-KR" altLang="en-US" noProof="0" dirty="0"/>
              <a:t>그림을 추가하려면 아이콘을 클릭하십시오</a:t>
            </a:r>
            <a:endParaRPr lang="de-DE" noProof="0" dirty="0"/>
          </a:p>
        </p:txBody>
      </p:sp>
      <p:pic>
        <p:nvPicPr>
          <p:cNvPr id="11" name="Bild 18" descr="Hyundai_Logo.png"/>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8891333" y="7138763"/>
            <a:ext cx="1435018" cy="198735"/>
          </a:xfrm>
          <a:prstGeom prst="rect">
            <a:avLst/>
          </a:prstGeom>
        </p:spPr>
      </p:pic>
      <p:sp>
        <p:nvSpPr>
          <p:cNvPr id="16" name="Titel 1"/>
          <p:cNvSpPr>
            <a:spLocks noGrp="1"/>
          </p:cNvSpPr>
          <p:nvPr>
            <p:ph type="ctrTitle" hasCustomPrompt="1"/>
          </p:nvPr>
        </p:nvSpPr>
        <p:spPr>
          <a:xfrm>
            <a:off x="712800" y="1498500"/>
            <a:ext cx="9000000" cy="492225"/>
          </a:xfrm>
          <a:prstGeom prst="rect">
            <a:avLst/>
          </a:prstGeom>
        </p:spPr>
        <p:txBody>
          <a:bodyPr>
            <a:noAutofit/>
          </a:bodyPr>
          <a:lstStyle>
            <a:lvl1pPr>
              <a:lnSpc>
                <a:spcPts val="4573"/>
              </a:lnSpc>
              <a:defRPr sz="3600" baseline="0">
                <a:latin typeface="+mj-lt"/>
              </a:defRPr>
            </a:lvl1pPr>
          </a:lstStyle>
          <a:p>
            <a:r>
              <a:rPr lang="en-US" noProof="0" dirty="0"/>
              <a:t>Standard title headline</a:t>
            </a:r>
          </a:p>
        </p:txBody>
      </p:sp>
      <p:sp>
        <p:nvSpPr>
          <p:cNvPr id="13" name="Untertitel 2"/>
          <p:cNvSpPr>
            <a:spLocks noGrp="1"/>
          </p:cNvSpPr>
          <p:nvPr>
            <p:ph type="subTitle" idx="1" hasCustomPrompt="1"/>
          </p:nvPr>
        </p:nvSpPr>
        <p:spPr>
          <a:xfrm>
            <a:off x="720000" y="2817303"/>
            <a:ext cx="8999271" cy="234000"/>
          </a:xfrm>
          <a:prstGeom prst="rect">
            <a:avLst/>
          </a:prstGeom>
        </p:spPr>
        <p:txBody>
          <a:bodyPr>
            <a:noAutofit/>
          </a:bodyPr>
          <a:lstStyle>
            <a:lvl1pPr marL="0" indent="0" algn="l">
              <a:spcBef>
                <a:spcPts val="0"/>
              </a:spcBef>
              <a:buNone/>
              <a:defRPr sz="1200" b="0">
                <a:solidFill>
                  <a:srgbClr val="000000"/>
                </a:solidFill>
                <a:latin typeface="+mn-lt"/>
                <a:ea typeface="현대산스 Head" panose="020B0600000101010101" pitchFamily="50" charset="-127"/>
              </a:defRPr>
            </a:lvl1pPr>
            <a:lvl2pPr marL="521436" indent="0" algn="ctr">
              <a:buNone/>
              <a:defRPr>
                <a:solidFill>
                  <a:schemeClr val="tx1">
                    <a:tint val="75000"/>
                  </a:schemeClr>
                </a:solidFill>
              </a:defRPr>
            </a:lvl2pPr>
            <a:lvl3pPr marL="1042872" indent="0" algn="ctr">
              <a:buNone/>
              <a:defRPr>
                <a:solidFill>
                  <a:schemeClr val="tx1">
                    <a:tint val="75000"/>
                  </a:schemeClr>
                </a:solidFill>
              </a:defRPr>
            </a:lvl3pPr>
            <a:lvl4pPr marL="1564308" indent="0" algn="ctr">
              <a:buNone/>
              <a:defRPr>
                <a:solidFill>
                  <a:schemeClr val="tx1">
                    <a:tint val="75000"/>
                  </a:schemeClr>
                </a:solidFill>
              </a:defRPr>
            </a:lvl4pPr>
            <a:lvl5pPr marL="2085744" indent="0" algn="ctr">
              <a:buNone/>
              <a:defRPr>
                <a:solidFill>
                  <a:schemeClr val="tx1">
                    <a:tint val="75000"/>
                  </a:schemeClr>
                </a:solidFill>
              </a:defRPr>
            </a:lvl5pPr>
            <a:lvl6pPr marL="2607179" indent="0" algn="ctr">
              <a:buNone/>
              <a:defRPr>
                <a:solidFill>
                  <a:schemeClr val="tx1">
                    <a:tint val="75000"/>
                  </a:schemeClr>
                </a:solidFill>
              </a:defRPr>
            </a:lvl6pPr>
            <a:lvl7pPr marL="3128616" indent="0" algn="ctr">
              <a:buNone/>
              <a:defRPr>
                <a:solidFill>
                  <a:schemeClr val="tx1">
                    <a:tint val="75000"/>
                  </a:schemeClr>
                </a:solidFill>
              </a:defRPr>
            </a:lvl7pPr>
            <a:lvl8pPr marL="3650052" indent="0" algn="ctr">
              <a:buNone/>
              <a:defRPr>
                <a:solidFill>
                  <a:schemeClr val="tx1">
                    <a:tint val="75000"/>
                  </a:schemeClr>
                </a:solidFill>
              </a:defRPr>
            </a:lvl8pPr>
            <a:lvl9pPr marL="4171487" indent="0" algn="ctr">
              <a:buNone/>
              <a:defRPr>
                <a:solidFill>
                  <a:schemeClr val="tx1">
                    <a:tint val="75000"/>
                  </a:schemeClr>
                </a:solidFill>
              </a:defRPr>
            </a:lvl9pPr>
          </a:lstStyle>
          <a:p>
            <a:r>
              <a:rPr lang="en-US" noProof="0" dirty="0"/>
              <a:t>Month DD, YY</a:t>
            </a:r>
          </a:p>
        </p:txBody>
      </p:sp>
      <p:sp>
        <p:nvSpPr>
          <p:cNvPr id="14" name="Textplatzhalter 4"/>
          <p:cNvSpPr>
            <a:spLocks noGrp="1"/>
          </p:cNvSpPr>
          <p:nvPr>
            <p:ph type="body" sz="quarter" idx="15" hasCustomPrompt="1"/>
          </p:nvPr>
        </p:nvSpPr>
        <p:spPr>
          <a:xfrm>
            <a:off x="712800" y="2000250"/>
            <a:ext cx="9000000" cy="457200"/>
          </a:xfrm>
          <a:prstGeom prst="rect">
            <a:avLst/>
          </a:prstGeom>
        </p:spPr>
        <p:txBody>
          <a:bodyPr anchor="ctr">
            <a:noAutofit/>
          </a:bodyPr>
          <a:lstStyle>
            <a:lvl1pPr>
              <a:lnSpc>
                <a:spcPts val="4573"/>
              </a:lnSpc>
              <a:spcBef>
                <a:spcPts val="0"/>
              </a:spcBef>
              <a:defRPr sz="280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3753335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Images">
    <p:spTree>
      <p:nvGrpSpPr>
        <p:cNvPr id="1" name=""/>
        <p:cNvGrpSpPr/>
        <p:nvPr/>
      </p:nvGrpSpPr>
      <p:grpSpPr>
        <a:xfrm>
          <a:off x="0" y="0"/>
          <a:ext cx="0" cy="0"/>
          <a:chOff x="0" y="0"/>
          <a:chExt cx="0" cy="0"/>
        </a:xfrm>
      </p:grpSpPr>
      <p:sp>
        <p:nvSpPr>
          <p:cNvPr id="5" name="Bildplatzhalter 4"/>
          <p:cNvSpPr>
            <a:spLocks noGrp="1"/>
          </p:cNvSpPr>
          <p:nvPr>
            <p:ph type="pic" sz="quarter" idx="16" hasCustomPrompt="1"/>
          </p:nvPr>
        </p:nvSpPr>
        <p:spPr>
          <a:xfrm>
            <a:off x="0" y="0"/>
            <a:ext cx="10693400" cy="7559675"/>
          </a:xfrm>
          <a:prstGeom prst="rect">
            <a:avLst/>
          </a:prstGeom>
          <a:solidFill>
            <a:schemeClr val="bg1"/>
          </a:solidFill>
        </p:spPr>
        <p:txBody>
          <a:bodyPr/>
          <a:lstStyle>
            <a:lvl1pPr>
              <a:defRPr sz="800">
                <a:latin typeface="현대산스 Head" panose="020B0600000101010101" pitchFamily="50" charset="-127"/>
              </a:defRPr>
            </a:lvl1pPr>
          </a:lstStyle>
          <a:p>
            <a:r>
              <a:rPr lang="de-DE" dirty="0"/>
              <a:t>Bild auf Platzhalter ziehen oder durch Klicken auf Symbol hinzufügen</a:t>
            </a:r>
          </a:p>
        </p:txBody>
      </p:sp>
      <p:sp>
        <p:nvSpPr>
          <p:cNvPr id="8" name="Rechteck 7"/>
          <p:cNvSpPr/>
          <p:nvPr userDrawn="1"/>
        </p:nvSpPr>
        <p:spPr>
          <a:xfrm>
            <a:off x="0" y="1"/>
            <a:ext cx="10692000" cy="7560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04287" tIns="52144" rIns="104287" bIns="52144" rtlCol="0" anchor="ctr"/>
          <a:lstStyle/>
          <a:p>
            <a:pPr algn="ctr"/>
            <a:endParaRPr lang="de-DE" dirty="0">
              <a:latin typeface="현대산스 Head" panose="020B0600000101010101" pitchFamily="50" charset="-127"/>
              <a:ea typeface="현대산스 Head" panose="020B0600000101010101" pitchFamily="50" charset="-127"/>
            </a:endParaRPr>
          </a:p>
        </p:txBody>
      </p:sp>
      <p:sp>
        <p:nvSpPr>
          <p:cNvPr id="9" name="Bildplatzhalter 2"/>
          <p:cNvSpPr>
            <a:spLocks noGrp="1"/>
          </p:cNvSpPr>
          <p:nvPr>
            <p:ph type="pic" idx="13"/>
          </p:nvPr>
        </p:nvSpPr>
        <p:spPr>
          <a:xfrm>
            <a:off x="360000" y="0"/>
            <a:ext cx="9972000" cy="6408000"/>
          </a:xfrm>
          <a:prstGeom prst="rect">
            <a:avLst/>
          </a:prstGeom>
          <a:noFill/>
        </p:spPr>
        <p:txBody>
          <a:bodyPr>
            <a:normAutofit/>
          </a:bodyPr>
          <a:lstStyle>
            <a:lvl1pPr marL="0" indent="0">
              <a:buNone/>
              <a:defRPr sz="800" b="0" i="0">
                <a:latin typeface="현대산스 Head" panose="020B0600000101010101" pitchFamily="50" charset="-127"/>
              </a:defRPr>
            </a:lvl1pPr>
            <a:lvl2pPr marL="521436" indent="0">
              <a:buNone/>
              <a:defRPr sz="3200"/>
            </a:lvl2pPr>
            <a:lvl3pPr marL="1042872" indent="0">
              <a:buNone/>
              <a:defRPr sz="2700"/>
            </a:lvl3pPr>
            <a:lvl4pPr marL="1564308" indent="0">
              <a:buNone/>
              <a:defRPr sz="2300"/>
            </a:lvl4pPr>
            <a:lvl5pPr marL="2085744" indent="0">
              <a:buNone/>
              <a:defRPr sz="2300"/>
            </a:lvl5pPr>
            <a:lvl6pPr marL="2607179" indent="0">
              <a:buNone/>
              <a:defRPr sz="2300"/>
            </a:lvl6pPr>
            <a:lvl7pPr marL="3128616" indent="0">
              <a:buNone/>
              <a:defRPr sz="2300"/>
            </a:lvl7pPr>
            <a:lvl8pPr marL="3650052" indent="0">
              <a:buNone/>
              <a:defRPr sz="2300"/>
            </a:lvl8pPr>
            <a:lvl9pPr marL="4171487" indent="0">
              <a:buNone/>
              <a:defRPr sz="2300"/>
            </a:lvl9pPr>
          </a:lstStyle>
          <a:p>
            <a:r>
              <a:rPr lang="ko-KR" altLang="en-US" noProof="0" dirty="0"/>
              <a:t>그림을 추가하려면 아이콘을 클릭하십시오</a:t>
            </a:r>
            <a:endParaRPr lang="de-DE" noProof="0" dirty="0"/>
          </a:p>
        </p:txBody>
      </p:sp>
      <p:pic>
        <p:nvPicPr>
          <p:cNvPr id="13" name="Bild 18" descr="Hyundai_Logo.png"/>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8891333" y="7138763"/>
            <a:ext cx="1435018" cy="198735"/>
          </a:xfrm>
          <a:prstGeom prst="rect">
            <a:avLst/>
          </a:prstGeom>
        </p:spPr>
      </p:pic>
      <p:sp>
        <p:nvSpPr>
          <p:cNvPr id="14" name="Titel 1"/>
          <p:cNvSpPr>
            <a:spLocks noGrp="1"/>
          </p:cNvSpPr>
          <p:nvPr>
            <p:ph type="ctrTitle" hasCustomPrompt="1"/>
          </p:nvPr>
        </p:nvSpPr>
        <p:spPr>
          <a:xfrm>
            <a:off x="712800" y="1498500"/>
            <a:ext cx="9000000" cy="492225"/>
          </a:xfrm>
          <a:prstGeom prst="rect">
            <a:avLst/>
          </a:prstGeom>
        </p:spPr>
        <p:txBody>
          <a:bodyPr>
            <a:noAutofit/>
          </a:bodyPr>
          <a:lstStyle>
            <a:lvl1pPr>
              <a:lnSpc>
                <a:spcPts val="4573"/>
              </a:lnSpc>
              <a:defRPr sz="3600" baseline="0">
                <a:latin typeface="+mj-lt"/>
              </a:defRPr>
            </a:lvl1pPr>
          </a:lstStyle>
          <a:p>
            <a:r>
              <a:rPr lang="en-US" noProof="0" dirty="0"/>
              <a:t>Standard title headline</a:t>
            </a:r>
          </a:p>
        </p:txBody>
      </p:sp>
      <p:sp>
        <p:nvSpPr>
          <p:cNvPr id="15" name="Untertitel 2"/>
          <p:cNvSpPr>
            <a:spLocks noGrp="1"/>
          </p:cNvSpPr>
          <p:nvPr>
            <p:ph type="subTitle" idx="1" hasCustomPrompt="1"/>
          </p:nvPr>
        </p:nvSpPr>
        <p:spPr>
          <a:xfrm>
            <a:off x="720000" y="2817303"/>
            <a:ext cx="8999271" cy="234000"/>
          </a:xfrm>
          <a:prstGeom prst="rect">
            <a:avLst/>
          </a:prstGeom>
        </p:spPr>
        <p:txBody>
          <a:bodyPr>
            <a:noAutofit/>
          </a:bodyPr>
          <a:lstStyle>
            <a:lvl1pPr marL="0" indent="0" algn="l">
              <a:spcBef>
                <a:spcPts val="0"/>
              </a:spcBef>
              <a:buNone/>
              <a:defRPr sz="1200" b="0">
                <a:solidFill>
                  <a:srgbClr val="000000"/>
                </a:solidFill>
                <a:latin typeface="+mn-lt"/>
                <a:ea typeface="+mn-ea"/>
              </a:defRPr>
            </a:lvl1pPr>
            <a:lvl2pPr marL="521436" indent="0" algn="ctr">
              <a:buNone/>
              <a:defRPr>
                <a:solidFill>
                  <a:schemeClr val="tx1">
                    <a:tint val="75000"/>
                  </a:schemeClr>
                </a:solidFill>
              </a:defRPr>
            </a:lvl2pPr>
            <a:lvl3pPr marL="1042872" indent="0" algn="ctr">
              <a:buNone/>
              <a:defRPr>
                <a:solidFill>
                  <a:schemeClr val="tx1">
                    <a:tint val="75000"/>
                  </a:schemeClr>
                </a:solidFill>
              </a:defRPr>
            </a:lvl3pPr>
            <a:lvl4pPr marL="1564308" indent="0" algn="ctr">
              <a:buNone/>
              <a:defRPr>
                <a:solidFill>
                  <a:schemeClr val="tx1">
                    <a:tint val="75000"/>
                  </a:schemeClr>
                </a:solidFill>
              </a:defRPr>
            </a:lvl4pPr>
            <a:lvl5pPr marL="2085744" indent="0" algn="ctr">
              <a:buNone/>
              <a:defRPr>
                <a:solidFill>
                  <a:schemeClr val="tx1">
                    <a:tint val="75000"/>
                  </a:schemeClr>
                </a:solidFill>
              </a:defRPr>
            </a:lvl5pPr>
            <a:lvl6pPr marL="2607179" indent="0" algn="ctr">
              <a:buNone/>
              <a:defRPr>
                <a:solidFill>
                  <a:schemeClr val="tx1">
                    <a:tint val="75000"/>
                  </a:schemeClr>
                </a:solidFill>
              </a:defRPr>
            </a:lvl6pPr>
            <a:lvl7pPr marL="3128616" indent="0" algn="ctr">
              <a:buNone/>
              <a:defRPr>
                <a:solidFill>
                  <a:schemeClr val="tx1">
                    <a:tint val="75000"/>
                  </a:schemeClr>
                </a:solidFill>
              </a:defRPr>
            </a:lvl7pPr>
            <a:lvl8pPr marL="3650052" indent="0" algn="ctr">
              <a:buNone/>
              <a:defRPr>
                <a:solidFill>
                  <a:schemeClr val="tx1">
                    <a:tint val="75000"/>
                  </a:schemeClr>
                </a:solidFill>
              </a:defRPr>
            </a:lvl8pPr>
            <a:lvl9pPr marL="4171487" indent="0" algn="ctr">
              <a:buNone/>
              <a:defRPr>
                <a:solidFill>
                  <a:schemeClr val="tx1">
                    <a:tint val="75000"/>
                  </a:schemeClr>
                </a:solidFill>
              </a:defRPr>
            </a:lvl9pPr>
          </a:lstStyle>
          <a:p>
            <a:r>
              <a:rPr lang="en-US" noProof="0" dirty="0"/>
              <a:t>Month DD, YY</a:t>
            </a:r>
          </a:p>
        </p:txBody>
      </p:sp>
      <p:sp>
        <p:nvSpPr>
          <p:cNvPr id="16" name="Textplatzhalter 4"/>
          <p:cNvSpPr>
            <a:spLocks noGrp="1"/>
          </p:cNvSpPr>
          <p:nvPr>
            <p:ph type="body" sz="quarter" idx="15" hasCustomPrompt="1"/>
          </p:nvPr>
        </p:nvSpPr>
        <p:spPr>
          <a:xfrm>
            <a:off x="712800" y="2000250"/>
            <a:ext cx="9000000" cy="457200"/>
          </a:xfrm>
          <a:prstGeom prst="rect">
            <a:avLst/>
          </a:prstGeom>
        </p:spPr>
        <p:txBody>
          <a:bodyPr anchor="ctr">
            <a:noAutofit/>
          </a:bodyPr>
          <a:lstStyle>
            <a:lvl1pPr>
              <a:lnSpc>
                <a:spcPts val="4573"/>
              </a:lnSpc>
              <a:spcBef>
                <a:spcPts val="0"/>
              </a:spcBef>
              <a:defRPr sz="280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1568533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arm Sand_">
    <p:spTree>
      <p:nvGrpSpPr>
        <p:cNvPr id="1" name=""/>
        <p:cNvGrpSpPr/>
        <p:nvPr/>
      </p:nvGrpSpPr>
      <p:grpSpPr>
        <a:xfrm>
          <a:off x="0" y="0"/>
          <a:ext cx="0" cy="0"/>
          <a:chOff x="0" y="0"/>
          <a:chExt cx="0" cy="0"/>
        </a:xfrm>
      </p:grpSpPr>
      <p:sp>
        <p:nvSpPr>
          <p:cNvPr id="4" name="Rechteck 3"/>
          <p:cNvSpPr/>
          <p:nvPr userDrawn="1"/>
        </p:nvSpPr>
        <p:spPr>
          <a:xfrm>
            <a:off x="0" y="0"/>
            <a:ext cx="10693400" cy="7561263"/>
          </a:xfrm>
          <a:prstGeom prst="rect">
            <a:avLst/>
          </a:prstGeom>
          <a:solidFill>
            <a:srgbClr val="E4DCD3"/>
          </a:solidFill>
          <a:ln>
            <a:noFill/>
          </a:ln>
        </p:spPr>
        <p:style>
          <a:lnRef idx="1">
            <a:schemeClr val="accent1"/>
          </a:lnRef>
          <a:fillRef idx="3">
            <a:schemeClr val="accent1"/>
          </a:fillRef>
          <a:effectRef idx="2">
            <a:schemeClr val="accent1"/>
          </a:effectRef>
          <a:fontRef idx="minor">
            <a:schemeClr val="lt1"/>
          </a:fontRef>
        </p:style>
        <p:txBody>
          <a:bodyPr lIns="104287" tIns="52144" rIns="104287" bIns="52144" rtlCol="0" anchor="ctr"/>
          <a:lstStyle/>
          <a:p>
            <a:pPr algn="ctr"/>
            <a:endParaRPr lang="de-DE" noProof="0" dirty="0">
              <a:latin typeface="현대산스 Head" panose="020B0600000101010101" pitchFamily="50" charset="-127"/>
              <a:ea typeface="현대산스 Head" panose="020B0600000101010101" pitchFamily="50" charset="-127"/>
            </a:endParaRPr>
          </a:p>
        </p:txBody>
      </p:sp>
      <p:sp>
        <p:nvSpPr>
          <p:cNvPr id="8" name="Rechteck 7"/>
          <p:cNvSpPr/>
          <p:nvPr userDrawn="1"/>
        </p:nvSpPr>
        <p:spPr>
          <a:xfrm>
            <a:off x="360000" y="1"/>
            <a:ext cx="9972000" cy="640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04287" tIns="52144" rIns="104287" bIns="52144" rtlCol="0" anchor="ctr"/>
          <a:lstStyle/>
          <a:p>
            <a:pPr algn="ctr"/>
            <a:endParaRPr lang="de-DE" dirty="0">
              <a:latin typeface="현대산스 Head" panose="020B0600000101010101" pitchFamily="50" charset="-127"/>
              <a:ea typeface="현대산스 Head" panose="020B0600000101010101" pitchFamily="50" charset="-127"/>
            </a:endParaRPr>
          </a:p>
        </p:txBody>
      </p:sp>
      <p:sp>
        <p:nvSpPr>
          <p:cNvPr id="2" name="Titel 1"/>
          <p:cNvSpPr>
            <a:spLocks noGrp="1"/>
          </p:cNvSpPr>
          <p:nvPr>
            <p:ph type="ctrTitle" hasCustomPrompt="1"/>
          </p:nvPr>
        </p:nvSpPr>
        <p:spPr>
          <a:xfrm>
            <a:off x="712800" y="1498500"/>
            <a:ext cx="9000000" cy="492225"/>
          </a:xfrm>
          <a:prstGeom prst="rect">
            <a:avLst/>
          </a:prstGeom>
        </p:spPr>
        <p:txBody>
          <a:bodyPr>
            <a:noAutofit/>
          </a:bodyPr>
          <a:lstStyle>
            <a:lvl1pPr>
              <a:lnSpc>
                <a:spcPts val="4573"/>
              </a:lnSpc>
              <a:defRPr sz="3600" baseline="0">
                <a:latin typeface="+mj-lt"/>
              </a:defRPr>
            </a:lvl1pPr>
          </a:lstStyle>
          <a:p>
            <a:r>
              <a:rPr lang="en-US" noProof="0" dirty="0"/>
              <a:t>Standard title headline</a:t>
            </a:r>
          </a:p>
        </p:txBody>
      </p:sp>
      <p:pic>
        <p:nvPicPr>
          <p:cNvPr id="13" name="Bild 18" descr="Hyundai_Logo.png"/>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8891333" y="7138763"/>
            <a:ext cx="1435018" cy="198735"/>
          </a:xfrm>
          <a:prstGeom prst="rect">
            <a:avLst/>
          </a:prstGeom>
        </p:spPr>
      </p:pic>
      <p:sp>
        <p:nvSpPr>
          <p:cNvPr id="11" name="Untertitel 2"/>
          <p:cNvSpPr>
            <a:spLocks noGrp="1"/>
          </p:cNvSpPr>
          <p:nvPr>
            <p:ph type="subTitle" idx="1" hasCustomPrompt="1"/>
          </p:nvPr>
        </p:nvSpPr>
        <p:spPr>
          <a:xfrm>
            <a:off x="720000" y="2817303"/>
            <a:ext cx="8999271" cy="234000"/>
          </a:xfrm>
          <a:prstGeom prst="rect">
            <a:avLst/>
          </a:prstGeom>
        </p:spPr>
        <p:txBody>
          <a:bodyPr>
            <a:noAutofit/>
          </a:bodyPr>
          <a:lstStyle>
            <a:lvl1pPr marL="0" indent="0" algn="l">
              <a:spcBef>
                <a:spcPts val="0"/>
              </a:spcBef>
              <a:buNone/>
              <a:defRPr sz="1200" b="0">
                <a:solidFill>
                  <a:srgbClr val="000000"/>
                </a:solidFill>
                <a:latin typeface="+mn-lt"/>
                <a:ea typeface="현대산스 Head" panose="020B0600000101010101" pitchFamily="50" charset="-127"/>
              </a:defRPr>
            </a:lvl1pPr>
            <a:lvl2pPr marL="521436" indent="0" algn="ctr">
              <a:buNone/>
              <a:defRPr>
                <a:solidFill>
                  <a:schemeClr val="tx1">
                    <a:tint val="75000"/>
                  </a:schemeClr>
                </a:solidFill>
              </a:defRPr>
            </a:lvl2pPr>
            <a:lvl3pPr marL="1042872" indent="0" algn="ctr">
              <a:buNone/>
              <a:defRPr>
                <a:solidFill>
                  <a:schemeClr val="tx1">
                    <a:tint val="75000"/>
                  </a:schemeClr>
                </a:solidFill>
              </a:defRPr>
            </a:lvl3pPr>
            <a:lvl4pPr marL="1564308" indent="0" algn="ctr">
              <a:buNone/>
              <a:defRPr>
                <a:solidFill>
                  <a:schemeClr val="tx1">
                    <a:tint val="75000"/>
                  </a:schemeClr>
                </a:solidFill>
              </a:defRPr>
            </a:lvl4pPr>
            <a:lvl5pPr marL="2085744" indent="0" algn="ctr">
              <a:buNone/>
              <a:defRPr>
                <a:solidFill>
                  <a:schemeClr val="tx1">
                    <a:tint val="75000"/>
                  </a:schemeClr>
                </a:solidFill>
              </a:defRPr>
            </a:lvl5pPr>
            <a:lvl6pPr marL="2607179" indent="0" algn="ctr">
              <a:buNone/>
              <a:defRPr>
                <a:solidFill>
                  <a:schemeClr val="tx1">
                    <a:tint val="75000"/>
                  </a:schemeClr>
                </a:solidFill>
              </a:defRPr>
            </a:lvl6pPr>
            <a:lvl7pPr marL="3128616" indent="0" algn="ctr">
              <a:buNone/>
              <a:defRPr>
                <a:solidFill>
                  <a:schemeClr val="tx1">
                    <a:tint val="75000"/>
                  </a:schemeClr>
                </a:solidFill>
              </a:defRPr>
            </a:lvl7pPr>
            <a:lvl8pPr marL="3650052" indent="0" algn="ctr">
              <a:buNone/>
              <a:defRPr>
                <a:solidFill>
                  <a:schemeClr val="tx1">
                    <a:tint val="75000"/>
                  </a:schemeClr>
                </a:solidFill>
              </a:defRPr>
            </a:lvl8pPr>
            <a:lvl9pPr marL="4171487" indent="0" algn="ctr">
              <a:buNone/>
              <a:defRPr>
                <a:solidFill>
                  <a:schemeClr val="tx1">
                    <a:tint val="75000"/>
                  </a:schemeClr>
                </a:solidFill>
              </a:defRPr>
            </a:lvl9pPr>
          </a:lstStyle>
          <a:p>
            <a:r>
              <a:rPr lang="en-US" noProof="0" dirty="0"/>
              <a:t>Month DD, YY</a:t>
            </a:r>
          </a:p>
        </p:txBody>
      </p:sp>
      <p:sp>
        <p:nvSpPr>
          <p:cNvPr id="9" name="Textplatzhalter 4"/>
          <p:cNvSpPr>
            <a:spLocks noGrp="1"/>
          </p:cNvSpPr>
          <p:nvPr>
            <p:ph type="body" sz="quarter" idx="15" hasCustomPrompt="1"/>
          </p:nvPr>
        </p:nvSpPr>
        <p:spPr>
          <a:xfrm>
            <a:off x="712800" y="2000250"/>
            <a:ext cx="9000000" cy="457200"/>
          </a:xfrm>
          <a:prstGeom prst="rect">
            <a:avLst/>
          </a:prstGeom>
        </p:spPr>
        <p:txBody>
          <a:bodyPr anchor="ctr">
            <a:noAutofit/>
          </a:bodyPr>
          <a:lstStyle>
            <a:lvl1pPr>
              <a:lnSpc>
                <a:spcPts val="4573"/>
              </a:lnSpc>
              <a:spcBef>
                <a:spcPts val="0"/>
              </a:spcBef>
              <a:defRPr sz="280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345067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8" name="Bildplatzhalter 2"/>
          <p:cNvSpPr>
            <a:spLocks noGrp="1"/>
          </p:cNvSpPr>
          <p:nvPr>
            <p:ph type="pic" idx="13"/>
          </p:nvPr>
        </p:nvSpPr>
        <p:spPr>
          <a:xfrm>
            <a:off x="360000" y="0"/>
            <a:ext cx="9972000" cy="6408000"/>
          </a:xfrm>
          <a:prstGeom prst="rect">
            <a:avLst/>
          </a:prstGeom>
          <a:solidFill>
            <a:schemeClr val="bg1"/>
          </a:solidFill>
        </p:spPr>
        <p:txBody>
          <a:bodyPr>
            <a:normAutofit/>
          </a:bodyPr>
          <a:lstStyle>
            <a:lvl1pPr marL="0" indent="0">
              <a:buNone/>
              <a:defRPr sz="800" b="0" i="0">
                <a:latin typeface="현대산스 Head" panose="020B0600000101010101" pitchFamily="50" charset="-127"/>
              </a:defRPr>
            </a:lvl1pPr>
            <a:lvl2pPr marL="521436" indent="0">
              <a:buNone/>
              <a:defRPr sz="3200"/>
            </a:lvl2pPr>
            <a:lvl3pPr marL="1042872" indent="0">
              <a:buNone/>
              <a:defRPr sz="2700"/>
            </a:lvl3pPr>
            <a:lvl4pPr marL="1564308" indent="0">
              <a:buNone/>
              <a:defRPr sz="2300"/>
            </a:lvl4pPr>
            <a:lvl5pPr marL="2085744" indent="0">
              <a:buNone/>
              <a:defRPr sz="2300"/>
            </a:lvl5pPr>
            <a:lvl6pPr marL="2607179" indent="0">
              <a:buNone/>
              <a:defRPr sz="2300"/>
            </a:lvl6pPr>
            <a:lvl7pPr marL="3128616" indent="0">
              <a:buNone/>
              <a:defRPr sz="2300"/>
            </a:lvl7pPr>
            <a:lvl8pPr marL="3650052" indent="0">
              <a:buNone/>
              <a:defRPr sz="2300"/>
            </a:lvl8pPr>
            <a:lvl9pPr marL="4171487" indent="0">
              <a:buNone/>
              <a:defRPr sz="2300"/>
            </a:lvl9pPr>
          </a:lstStyle>
          <a:p>
            <a:r>
              <a:rPr lang="ko-KR" altLang="en-US" dirty="0"/>
              <a:t>그림을 추가하려면 아이콘을 클릭하십시오</a:t>
            </a:r>
            <a:endParaRPr lang="de-DE" dirty="0"/>
          </a:p>
        </p:txBody>
      </p:sp>
      <p:sp>
        <p:nvSpPr>
          <p:cNvPr id="2" name="Titel 1"/>
          <p:cNvSpPr>
            <a:spLocks noGrp="1"/>
          </p:cNvSpPr>
          <p:nvPr>
            <p:ph type="title" hasCustomPrompt="1"/>
          </p:nvPr>
        </p:nvSpPr>
        <p:spPr>
          <a:xfrm>
            <a:off x="648000" y="865936"/>
            <a:ext cx="9053233" cy="1587667"/>
          </a:xfrm>
          <a:prstGeom prst="rect">
            <a:avLst/>
          </a:prstGeom>
        </p:spPr>
        <p:txBody>
          <a:bodyPr anchor="t">
            <a:noAutofit/>
          </a:bodyPr>
          <a:lstStyle>
            <a:lvl1pPr algn="l">
              <a:defRPr sz="11200" b="0" cap="none">
                <a:latin typeface="+mj-ea"/>
                <a:ea typeface="+mj-ea"/>
              </a:defRPr>
            </a:lvl1pPr>
          </a:lstStyle>
          <a:p>
            <a:r>
              <a:rPr lang="en-US" noProof="0" dirty="0"/>
              <a:t>01.</a:t>
            </a:r>
          </a:p>
        </p:txBody>
      </p:sp>
      <p:sp>
        <p:nvSpPr>
          <p:cNvPr id="3" name="Textplatzhalter 2"/>
          <p:cNvSpPr>
            <a:spLocks noGrp="1"/>
          </p:cNvSpPr>
          <p:nvPr>
            <p:ph type="body" idx="1" hasCustomPrompt="1"/>
          </p:nvPr>
        </p:nvSpPr>
        <p:spPr>
          <a:xfrm>
            <a:off x="712800" y="2538504"/>
            <a:ext cx="9011418" cy="1116000"/>
          </a:xfrm>
          <a:prstGeom prst="rect">
            <a:avLst/>
          </a:prstGeom>
        </p:spPr>
        <p:txBody>
          <a:bodyPr anchor="t">
            <a:normAutofit/>
          </a:bodyPr>
          <a:lstStyle>
            <a:lvl1pPr marL="0" indent="0">
              <a:lnSpc>
                <a:spcPct val="100000"/>
              </a:lnSpc>
              <a:spcBef>
                <a:spcPts val="0"/>
              </a:spcBef>
              <a:buNone/>
              <a:defRPr sz="3600">
                <a:solidFill>
                  <a:srgbClr val="000000"/>
                </a:solidFill>
                <a:latin typeface="+mj-ea"/>
                <a:ea typeface="+mj-ea"/>
              </a:defRPr>
            </a:lvl1pPr>
            <a:lvl2pPr marL="521436" indent="0">
              <a:buNone/>
              <a:defRPr sz="2100">
                <a:solidFill>
                  <a:schemeClr val="tx1">
                    <a:tint val="75000"/>
                  </a:schemeClr>
                </a:solidFill>
              </a:defRPr>
            </a:lvl2pPr>
            <a:lvl3pPr marL="1042872" indent="0">
              <a:buNone/>
              <a:defRPr sz="1800">
                <a:solidFill>
                  <a:schemeClr val="tx1">
                    <a:tint val="75000"/>
                  </a:schemeClr>
                </a:solidFill>
              </a:defRPr>
            </a:lvl3pPr>
            <a:lvl4pPr marL="1564308" indent="0">
              <a:buNone/>
              <a:defRPr sz="1600">
                <a:solidFill>
                  <a:schemeClr val="tx1">
                    <a:tint val="75000"/>
                  </a:schemeClr>
                </a:solidFill>
              </a:defRPr>
            </a:lvl4pPr>
            <a:lvl5pPr marL="2085744" indent="0">
              <a:buNone/>
              <a:defRPr sz="1600">
                <a:solidFill>
                  <a:schemeClr val="tx1">
                    <a:tint val="75000"/>
                  </a:schemeClr>
                </a:solidFill>
              </a:defRPr>
            </a:lvl5pPr>
            <a:lvl6pPr marL="2607179" indent="0">
              <a:buNone/>
              <a:defRPr sz="1600">
                <a:solidFill>
                  <a:schemeClr val="tx1">
                    <a:tint val="75000"/>
                  </a:schemeClr>
                </a:solidFill>
              </a:defRPr>
            </a:lvl6pPr>
            <a:lvl7pPr marL="3128616" indent="0">
              <a:buNone/>
              <a:defRPr sz="1600">
                <a:solidFill>
                  <a:schemeClr val="tx1">
                    <a:tint val="75000"/>
                  </a:schemeClr>
                </a:solidFill>
              </a:defRPr>
            </a:lvl7pPr>
            <a:lvl8pPr marL="3650052" indent="0">
              <a:buNone/>
              <a:defRPr sz="1600">
                <a:solidFill>
                  <a:schemeClr val="tx1">
                    <a:tint val="75000"/>
                  </a:schemeClr>
                </a:solidFill>
              </a:defRPr>
            </a:lvl8pPr>
            <a:lvl9pPr marL="4171487" indent="0">
              <a:buNone/>
              <a:defRPr sz="1600">
                <a:solidFill>
                  <a:schemeClr val="tx1">
                    <a:tint val="75000"/>
                  </a:schemeClr>
                </a:solidFill>
              </a:defRPr>
            </a:lvl9pPr>
          </a:lstStyle>
          <a:p>
            <a:pPr lvl="0"/>
            <a:r>
              <a:rPr lang="ko-KR" altLang="en-US" noProof="0" dirty="0"/>
              <a:t>텍스트를 입력하시오</a:t>
            </a:r>
            <a:r>
              <a:rPr lang="en-US" altLang="ko-KR" noProof="0" dirty="0"/>
              <a:t>. </a:t>
            </a:r>
            <a:endParaRPr lang="en-US" noProof="0" dirty="0"/>
          </a:p>
        </p:txBody>
      </p:sp>
      <p:sp>
        <p:nvSpPr>
          <p:cNvPr id="5" name="Rechteck 4"/>
          <p:cNvSpPr/>
          <p:nvPr userDrawn="1"/>
        </p:nvSpPr>
        <p:spPr>
          <a:xfrm>
            <a:off x="324000" y="6903156"/>
            <a:ext cx="10044000" cy="67733"/>
          </a:xfrm>
          <a:prstGeom prst="rect">
            <a:avLst/>
          </a:prstGeom>
          <a:solidFill>
            <a:schemeClr val="bg1"/>
          </a:solidFill>
        </p:spPr>
        <p:txBody>
          <a:bodyPr wrap="none" lIns="0" tIns="0" rIns="0" bIns="0" rtlCol="0" anchor="ctr">
            <a:noAutofit/>
          </a:bodyPr>
          <a:lstStyle/>
          <a:p>
            <a:pPr algn="ctr"/>
            <a:endParaRPr lang="de-DE" b="1" dirty="0">
              <a:latin typeface="현대산스 Head" panose="020B0600000101010101" pitchFamily="50" charset="-127"/>
              <a:ea typeface="현대산스 Head" panose="020B0600000101010101" pitchFamily="50" charset="-127"/>
              <a:cs typeface="Hyundai Sans Head"/>
            </a:endParaRPr>
          </a:p>
        </p:txBody>
      </p:sp>
      <p:sp>
        <p:nvSpPr>
          <p:cNvPr id="4" name="날짜 개체 틀 3"/>
          <p:cNvSpPr>
            <a:spLocks noGrp="1"/>
          </p:cNvSpPr>
          <p:nvPr>
            <p:ph type="dt" sz="half" idx="14"/>
          </p:nvPr>
        </p:nvSpPr>
        <p:spPr>
          <a:xfrm>
            <a:off x="1080000" y="7152397"/>
            <a:ext cx="1396585" cy="142875"/>
          </a:xfrm>
          <a:prstGeom prst="rect">
            <a:avLst/>
          </a:prstGeom>
        </p:spPr>
        <p:txBody>
          <a:bodyPr/>
          <a:lstStyle/>
          <a:p>
            <a:fld id="{E728E01C-7987-4FF9-BF1E-9C60CD27734C}" type="datetime4">
              <a:rPr lang="en-US" altLang="ko-KR" smtClean="0"/>
              <a:t>August 6, 2026</a:t>
            </a:fld>
            <a:endParaRPr lang="de-DE" dirty="0"/>
          </a:p>
        </p:txBody>
      </p:sp>
      <p:sp>
        <p:nvSpPr>
          <p:cNvPr id="12" name="슬라이드 번호 개체 틀 11"/>
          <p:cNvSpPr>
            <a:spLocks noGrp="1"/>
          </p:cNvSpPr>
          <p:nvPr>
            <p:ph type="sldNum" sz="quarter" idx="16"/>
          </p:nvPr>
        </p:nvSpPr>
        <p:spPr>
          <a:xfrm>
            <a:off x="360000" y="7152397"/>
            <a:ext cx="633835" cy="142875"/>
          </a:xfrm>
          <a:prstGeom prst="rect">
            <a:avLst/>
          </a:prstGeom>
        </p:spPr>
        <p:txBody>
          <a:bodyPr/>
          <a:lstStyle/>
          <a:p>
            <a:fld id="{DD317690-C5EB-F34F-B036-C349E52C6879}" type="slidenum">
              <a:rPr lang="de-DE" smtClean="0"/>
              <a:pPr/>
              <a:t>‹#›</a:t>
            </a:fld>
            <a:endParaRPr lang="de-DE" dirty="0"/>
          </a:p>
        </p:txBody>
      </p:sp>
    </p:spTree>
    <p:extLst>
      <p:ext uri="{BB962C8B-B14F-4D97-AF65-F5344CB8AC3E}">
        <p14:creationId xmlns:p14="http://schemas.microsoft.com/office/powerpoint/2010/main" val="2526041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8pt">
    <p:spTree>
      <p:nvGrpSpPr>
        <p:cNvPr id="1" name=""/>
        <p:cNvGrpSpPr/>
        <p:nvPr/>
      </p:nvGrpSpPr>
      <p:grpSpPr>
        <a:xfrm>
          <a:off x="0" y="0"/>
          <a:ext cx="0" cy="0"/>
          <a:chOff x="0" y="0"/>
          <a:chExt cx="0" cy="0"/>
        </a:xfrm>
      </p:grpSpPr>
      <p:sp>
        <p:nvSpPr>
          <p:cNvPr id="8" name="Datumsplatzhalter 7"/>
          <p:cNvSpPr>
            <a:spLocks noGrp="1"/>
          </p:cNvSpPr>
          <p:nvPr>
            <p:ph type="dt" sz="half" idx="16"/>
          </p:nvPr>
        </p:nvSpPr>
        <p:spPr>
          <a:xfrm>
            <a:off x="1080000" y="7143437"/>
            <a:ext cx="1404000" cy="180000"/>
          </a:xfrm>
          <a:prstGeom prst="rect">
            <a:avLst/>
          </a:prstGeom>
        </p:spPr>
        <p:txBody>
          <a:bodyPr/>
          <a:lstStyle>
            <a:lvl1pPr>
              <a:defRPr sz="900">
                <a:latin typeface="현대산스 Head" panose="020B0600000101010101" pitchFamily="50" charset="-127"/>
                <a:ea typeface="현대산스 Head" panose="020B0600000101010101" pitchFamily="50" charset="-127"/>
              </a:defRPr>
            </a:lvl1pPr>
          </a:lstStyle>
          <a:p>
            <a:fld id="{C9B2D37F-340E-4F15-BF4D-6ECBBA0B92C0}" type="datetime4">
              <a:rPr lang="en-US" altLang="ko-KR" smtClean="0"/>
              <a:t>August 6, 2026</a:t>
            </a:fld>
            <a:endParaRPr lang="de-DE" dirty="0"/>
          </a:p>
        </p:txBody>
      </p:sp>
      <p:sp>
        <p:nvSpPr>
          <p:cNvPr id="12" name="Foliennummernplatzhalter 11"/>
          <p:cNvSpPr>
            <a:spLocks noGrp="1"/>
          </p:cNvSpPr>
          <p:nvPr>
            <p:ph type="sldNum" sz="quarter" idx="18"/>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6" name="Inhaltsplatzhalter 2"/>
          <p:cNvSpPr>
            <a:spLocks noGrp="1"/>
          </p:cNvSpPr>
          <p:nvPr>
            <p:ph idx="1" hasCustomPrompt="1"/>
          </p:nvPr>
        </p:nvSpPr>
        <p:spPr>
          <a:xfrm>
            <a:off x="359999" y="1725613"/>
            <a:ext cx="9972000" cy="1800000"/>
          </a:xfrm>
          <a:prstGeom prst="rect">
            <a:avLst/>
          </a:prstGeom>
        </p:spPr>
        <p:txBody>
          <a:bodyPr/>
          <a:lstStyle>
            <a:lvl1pPr marL="0" marR="0" indent="0" algn="l" defTabSz="521436" rtl="0" eaLnBrk="1" fontAlgn="auto" latinLnBrk="0" hangingPunct="1">
              <a:lnSpc>
                <a:spcPct val="100000"/>
              </a:lnSpc>
              <a:spcBef>
                <a:spcPct val="20000"/>
              </a:spcBef>
              <a:spcAft>
                <a:spcPts val="0"/>
              </a:spcAft>
              <a:buClrTx/>
              <a:buSzTx/>
              <a:buFontTx/>
              <a:buNone/>
              <a:tabLst/>
              <a:defRPr baseline="0">
                <a:latin typeface="+mj-ea"/>
                <a:ea typeface="+mj-ea"/>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a:latin typeface="+mn-ea"/>
                <a:ea typeface="+mn-ea"/>
              </a:defRPr>
            </a:lvl2pPr>
            <a:lvl3pPr marL="284400" indent="-284400">
              <a:buFont typeface="Arial" panose="020B0604020202020204" pitchFamily="34" charset="0"/>
              <a:buChar char="•"/>
              <a:defRPr>
                <a:latin typeface="현대산스 Text" panose="020B0600000101010101" pitchFamily="50" charset="-127"/>
                <a:ea typeface="현대산스 Text" panose="020B0600000101010101" pitchFamily="50" charset="-127"/>
              </a:defRPr>
            </a:lvl3pPr>
            <a:lvl4pPr marL="284400" indent="-284400">
              <a:buFont typeface="Arial"/>
              <a:buChar char="•"/>
              <a:defRPr>
                <a:latin typeface="현대산스 Text" panose="020B0600000101010101" pitchFamily="50" charset="-127"/>
                <a:ea typeface="현대산스 Text" panose="020B0600000101010101" pitchFamily="50" charset="-127"/>
              </a:defRPr>
            </a:lvl4pPr>
            <a:lvl5pPr marL="284400" indent="-284400">
              <a:buFont typeface="Arial"/>
              <a:buChar char="•"/>
              <a:defRPr>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option1 </a:t>
            </a:r>
            <a:r>
              <a:rPr lang="en-US" noProof="0" dirty="0"/>
              <a:t>: 20pt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p:txBody>
      </p:sp>
      <p:sp>
        <p:nvSpPr>
          <p:cNvPr id="17" name="Inhaltsplatzhalter 2"/>
          <p:cNvSpPr>
            <a:spLocks noGrp="1"/>
          </p:cNvSpPr>
          <p:nvPr>
            <p:ph idx="14" hasCustomPrompt="1"/>
          </p:nvPr>
        </p:nvSpPr>
        <p:spPr>
          <a:xfrm>
            <a:off x="360000" y="3617357"/>
            <a:ext cx="9972000" cy="1620000"/>
          </a:xfrm>
          <a:prstGeom prst="rect">
            <a:avLst/>
          </a:prstGeom>
        </p:spPr>
        <p:txBody>
          <a:bodyPr>
            <a:normAutofit/>
          </a:bodyPr>
          <a:lstStyle>
            <a:lvl1pPr marL="0" marR="0" indent="0" algn="l" defTabSz="521436" rtl="0" eaLnBrk="1" fontAlgn="auto" latinLnBrk="0" hangingPunct="1">
              <a:lnSpc>
                <a:spcPct val="100000"/>
              </a:lnSpc>
              <a:spcBef>
                <a:spcPct val="20000"/>
              </a:spcBef>
              <a:spcAft>
                <a:spcPts val="0"/>
              </a:spcAft>
              <a:buClrTx/>
              <a:buSzTx/>
              <a:buFontTx/>
              <a:buNone/>
              <a:tabLst/>
              <a:defRPr sz="1500">
                <a:latin typeface="+mj-ea"/>
                <a:ea typeface="+mj-ea"/>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lnSpc>
                <a:spcPct val="100000"/>
              </a:lnSpc>
              <a:buFont typeface="Arial" panose="020B0604020202020204" pitchFamily="34" charset="0"/>
              <a:buChar char="•"/>
              <a:defRPr sz="1500">
                <a:latin typeface="현대산스 Text" panose="020B0600000101010101" pitchFamily="50" charset="-127"/>
                <a:ea typeface="현대산스 Text" panose="020B0600000101010101" pitchFamily="50" charset="-127"/>
              </a:defRPr>
            </a:lvl3pPr>
            <a:lvl4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4pPr>
            <a:lvl5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a:t>
            </a:r>
            <a:r>
              <a:rPr lang="en-US" noProof="0" dirty="0"/>
              <a:t> option2 : 15pt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lvl="1"/>
            <a:endParaRPr lang="en-US" altLang="ko-KR" noProof="0" dirty="0"/>
          </a:p>
        </p:txBody>
      </p:sp>
      <p:sp>
        <p:nvSpPr>
          <p:cNvPr id="18" name="Inhaltsplatzhalter 2"/>
          <p:cNvSpPr>
            <a:spLocks noGrp="1"/>
          </p:cNvSpPr>
          <p:nvPr>
            <p:ph idx="15" hasCustomPrompt="1"/>
          </p:nvPr>
        </p:nvSpPr>
        <p:spPr>
          <a:xfrm>
            <a:off x="361038" y="5329100"/>
            <a:ext cx="9972000" cy="1440000"/>
          </a:xfrm>
          <a:prstGeom prst="rect">
            <a:avLst/>
          </a:prstGeom>
        </p:spPr>
        <p:txBody>
          <a:bodyPr>
            <a:normAutofit/>
          </a:bodyPr>
          <a:lstStyle>
            <a:lvl1pPr marL="0" marR="0" indent="0" algn="l" defTabSz="521436" rtl="0" eaLnBrk="1" fontAlgn="auto" latinLnBrk="0" hangingPunct="1">
              <a:lnSpc>
                <a:spcPct val="100000"/>
              </a:lnSpc>
              <a:spcBef>
                <a:spcPts val="336"/>
              </a:spcBef>
              <a:spcAft>
                <a:spcPts val="0"/>
              </a:spcAft>
              <a:buClrTx/>
              <a:buSzTx/>
              <a:buFontTx/>
              <a:buNone/>
              <a:tabLst/>
              <a:defRPr sz="1300">
                <a:latin typeface="+mj-ea"/>
                <a:ea typeface="+mj-ea"/>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300">
                <a:latin typeface="+mn-ea"/>
                <a:ea typeface="+mn-ea"/>
              </a:defRPr>
            </a:lvl2pPr>
            <a:lvl3pPr marL="176400" indent="-176400">
              <a:spcBef>
                <a:spcPts val="336"/>
              </a:spcBef>
              <a:buFont typeface="Arial" panose="020B0604020202020204" pitchFamily="34" charset="0"/>
              <a:buChar char="•"/>
              <a:defRPr sz="13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ts val="383"/>
              </a:spcBef>
              <a:spcAft>
                <a:spcPts val="0"/>
              </a:spcAft>
              <a:buClrTx/>
              <a:buSzTx/>
              <a:buFontTx/>
              <a:buNone/>
              <a:tabLst/>
              <a:defRPr/>
            </a:pPr>
            <a:r>
              <a:rPr lang="ko-KR" altLang="en-US" noProof="0" dirty="0"/>
              <a:t>소제목</a:t>
            </a:r>
            <a:r>
              <a:rPr lang="en-US" noProof="0" dirty="0"/>
              <a:t> option3 : 13pt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3" name="Textplatzhalter 19"/>
          <p:cNvSpPr>
            <a:spLocks noGrp="1"/>
          </p:cNvSpPr>
          <p:nvPr>
            <p:ph type="body" sz="quarter" idx="19" hasCustomPrompt="1"/>
          </p:nvPr>
        </p:nvSpPr>
        <p:spPr>
          <a:xfrm>
            <a:off x="352800" y="754125"/>
            <a:ext cx="9972675" cy="600013"/>
          </a:xfrm>
          <a:prstGeom prst="rect">
            <a:avLst/>
          </a:prstGeom>
        </p:spPr>
        <p:txBody>
          <a:bodyPr/>
          <a:lstStyle>
            <a:lvl1pPr>
              <a:defRPr baseline="0">
                <a:latin typeface="+mn-lt"/>
                <a:ea typeface="현대산스 Head" panose="020B0600000101010101" pitchFamily="50" charset="-127"/>
              </a:defRPr>
            </a:lvl1pPr>
          </a:lstStyle>
          <a:p>
            <a:pPr lvl="0"/>
            <a:r>
              <a:rPr lang="ko-KR" altLang="en-US" dirty="0"/>
              <a:t>소제목 및 본문</a:t>
            </a:r>
            <a:endParaRPr lang="de-DE" dirty="0"/>
          </a:p>
        </p:txBody>
      </p:sp>
      <p:sp>
        <p:nvSpPr>
          <p:cNvPr id="24"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lvl1pPr>
              <a:defRPr/>
            </a:lvl1pPr>
          </a:lstStyle>
          <a:p>
            <a:endParaRPr lang="en-US" noProof="0" dirty="0"/>
          </a:p>
        </p:txBody>
      </p:sp>
    </p:spTree>
    <p:extLst>
      <p:ext uri="{BB962C8B-B14F-4D97-AF65-F5344CB8AC3E}">
        <p14:creationId xmlns:p14="http://schemas.microsoft.com/office/powerpoint/2010/main" val="1271504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18pt, 2 column">
    <p:spTree>
      <p:nvGrpSpPr>
        <p:cNvPr id="1" name=""/>
        <p:cNvGrpSpPr/>
        <p:nvPr/>
      </p:nvGrpSpPr>
      <p:grpSpPr>
        <a:xfrm>
          <a:off x="0" y="0"/>
          <a:ext cx="0" cy="0"/>
          <a:chOff x="0" y="0"/>
          <a:chExt cx="0" cy="0"/>
        </a:xfrm>
      </p:grpSpPr>
      <p:sp>
        <p:nvSpPr>
          <p:cNvPr id="6" name="Datumsplatzhalter 5"/>
          <p:cNvSpPr>
            <a:spLocks noGrp="1"/>
          </p:cNvSpPr>
          <p:nvPr>
            <p:ph type="dt" sz="half" idx="25"/>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5DD75629-C7A3-4CF7-A560-5C185F976666}" type="datetime4">
              <a:rPr lang="en-US" altLang="ko-KR" smtClean="0"/>
              <a:t>August 6, 2026</a:t>
            </a:fld>
            <a:endParaRPr lang="de-DE" dirty="0"/>
          </a:p>
        </p:txBody>
      </p:sp>
      <p:sp>
        <p:nvSpPr>
          <p:cNvPr id="8" name="Foliennummernplatzhalter 7"/>
          <p:cNvSpPr>
            <a:spLocks noGrp="1"/>
          </p:cNvSpPr>
          <p:nvPr>
            <p:ph type="sldNum" sz="quarter" idx="27"/>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4" name="Textplatzhalter 19"/>
          <p:cNvSpPr>
            <a:spLocks noGrp="1"/>
          </p:cNvSpPr>
          <p:nvPr>
            <p:ph type="body" sz="quarter" idx="19" hasCustomPrompt="1"/>
          </p:nvPr>
        </p:nvSpPr>
        <p:spPr>
          <a:xfrm>
            <a:off x="352800" y="754125"/>
            <a:ext cx="9972675" cy="600013"/>
          </a:xfrm>
          <a:prstGeom prst="rect">
            <a:avLst/>
          </a:prstGeom>
        </p:spPr>
        <p:txBody>
          <a:bodyPr/>
          <a:lstStyle>
            <a:lvl1pPr marL="0" marR="0" indent="0" algn="l" defTabSz="521436" rtl="0" eaLnBrk="1" fontAlgn="auto" latinLnBrk="1" hangingPunct="1">
              <a:lnSpc>
                <a:spcPct val="100000"/>
              </a:lnSpc>
              <a:spcBef>
                <a:spcPct val="20000"/>
              </a:spcBef>
              <a:spcAft>
                <a:spcPts val="0"/>
              </a:spcAft>
              <a:buClrTx/>
              <a:buSzTx/>
              <a:buFontTx/>
              <a:buNone/>
              <a:tabLst/>
              <a:defRPr baseline="0">
                <a:latin typeface="+mn-ea"/>
                <a:ea typeface="+mn-ea"/>
              </a:defRPr>
            </a:lvl1pPr>
          </a:lstStyle>
          <a:p>
            <a:pPr marL="0" marR="0" lvl="0" indent="0" algn="l" defTabSz="521436" rtl="0" eaLnBrk="1" fontAlgn="auto" latinLnBrk="1" hangingPunct="1">
              <a:lnSpc>
                <a:spcPct val="100000"/>
              </a:lnSpc>
              <a:spcBef>
                <a:spcPct val="20000"/>
              </a:spcBef>
              <a:spcAft>
                <a:spcPts val="0"/>
              </a:spcAft>
              <a:buClrTx/>
              <a:buSzTx/>
              <a:buFontTx/>
              <a:buNone/>
              <a:tabLst/>
              <a:defRPr/>
            </a:pPr>
            <a:r>
              <a:rPr lang="ko-KR" altLang="en-US" dirty="0"/>
              <a:t>소제목 및 본문</a:t>
            </a:r>
            <a:endParaRPr lang="de-DE" altLang="ko-KR" dirty="0"/>
          </a:p>
          <a:p>
            <a:pPr lvl="0"/>
            <a:endParaRPr lang="de-DE" dirty="0"/>
          </a:p>
        </p:txBody>
      </p:sp>
      <p:sp>
        <p:nvSpPr>
          <p:cNvPr id="15" name="Inhaltsplatzhalter 2"/>
          <p:cNvSpPr>
            <a:spLocks noGrp="1"/>
          </p:cNvSpPr>
          <p:nvPr>
            <p:ph idx="15" hasCustomPrompt="1"/>
          </p:nvPr>
        </p:nvSpPr>
        <p:spPr>
          <a:xfrm>
            <a:off x="359999" y="1728000"/>
            <a:ext cx="4885200" cy="1800000"/>
          </a:xfrm>
          <a:prstGeom prst="rect">
            <a:avLst/>
          </a:prstGeom>
        </p:spPr>
        <p:txBody>
          <a:bodyPr/>
          <a:lstStyle>
            <a:lvl1pPr marL="0" marR="0" indent="0" algn="l" defTabSz="521436" rtl="0" eaLnBrk="1" fontAlgn="auto" latinLnBrk="0" hangingPunct="1">
              <a:lnSpc>
                <a:spcPct val="100000"/>
              </a:lnSpc>
              <a:spcBef>
                <a:spcPct val="20000"/>
              </a:spcBef>
              <a:spcAft>
                <a:spcPts val="0"/>
              </a:spcAft>
              <a:buClrTx/>
              <a:buSzTx/>
              <a:buFontTx/>
              <a:buNone/>
              <a:tabLst/>
              <a:defRPr>
                <a:latin typeface="+mj-ea"/>
                <a:ea typeface="+mj-ea"/>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a:latin typeface="+mn-ea"/>
                <a:ea typeface="+mn-ea"/>
              </a:defRPr>
            </a:lvl2pPr>
            <a:lvl3pPr marL="284400" indent="-284400">
              <a:buFont typeface="Arial" panose="020B0604020202020204" pitchFamily="34" charset="0"/>
              <a:buChar char="•"/>
              <a:defRPr>
                <a:latin typeface="현대산스 Text" panose="020B0600000101010101" pitchFamily="50" charset="-127"/>
                <a:ea typeface="현대산스 Text" panose="020B0600000101010101" pitchFamily="50" charset="-127"/>
              </a:defRPr>
            </a:lvl3pPr>
            <a:lvl4pPr marL="284400" indent="-284400">
              <a:buFont typeface="Arial"/>
              <a:buChar char="•"/>
              <a:defRPr>
                <a:latin typeface="현대산스 Text" panose="020B0600000101010101" pitchFamily="50" charset="-127"/>
                <a:ea typeface="현대산스 Text" panose="020B0600000101010101" pitchFamily="50" charset="-127"/>
              </a:defRPr>
            </a:lvl4pPr>
            <a:lvl5pPr marL="284400" indent="-284400">
              <a:buFont typeface="Arial"/>
              <a:buChar char="•"/>
              <a:defRPr>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noProof="0" dirty="0"/>
              <a:t>option1 : 20pt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18" name="Inhaltsplatzhalter 2"/>
          <p:cNvSpPr>
            <a:spLocks noGrp="1"/>
          </p:cNvSpPr>
          <p:nvPr>
            <p:ph idx="17" hasCustomPrompt="1"/>
          </p:nvPr>
        </p:nvSpPr>
        <p:spPr>
          <a:xfrm>
            <a:off x="360000" y="5329100"/>
            <a:ext cx="4883513" cy="1440000"/>
          </a:xfrm>
          <a:prstGeom prst="rect">
            <a:avLst/>
          </a:prstGeom>
        </p:spPr>
        <p:txBody>
          <a:bodyPr>
            <a:normAutofit/>
          </a:bodyPr>
          <a:lstStyle>
            <a:lvl1pPr marL="0" marR="0" indent="0" algn="l" defTabSz="521436" rtl="0" eaLnBrk="1" fontAlgn="auto" latinLnBrk="0" hangingPunct="1">
              <a:lnSpc>
                <a:spcPct val="100000"/>
              </a:lnSpc>
              <a:spcBef>
                <a:spcPct val="20000"/>
              </a:spcBef>
              <a:spcAft>
                <a:spcPts val="0"/>
              </a:spcAft>
              <a:buClrTx/>
              <a:buSzTx/>
              <a:buFontTx/>
              <a:buNone/>
              <a:tabLst/>
              <a:defRPr sz="1300" baseline="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300" baseline="0">
                <a:latin typeface="+mn-ea"/>
                <a:ea typeface="+mn-ea"/>
              </a:defRPr>
            </a:lvl2pPr>
            <a:lvl3pPr marL="176400" indent="-176400">
              <a:spcBef>
                <a:spcPts val="336"/>
              </a:spcBef>
              <a:buFont typeface="Arial" panose="020B0604020202020204" pitchFamily="34" charset="0"/>
              <a:buChar char="•"/>
              <a:defRPr sz="1300" baseline="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300" baseline="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300" baseline="0">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option3 : 13pt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0" name="Inhaltsplatzhalter 2"/>
          <p:cNvSpPr>
            <a:spLocks noGrp="1"/>
          </p:cNvSpPr>
          <p:nvPr>
            <p:ph idx="18" hasCustomPrompt="1"/>
          </p:nvPr>
        </p:nvSpPr>
        <p:spPr>
          <a:xfrm>
            <a:off x="5450399" y="1728000"/>
            <a:ext cx="4885200" cy="1800000"/>
          </a:xfrm>
          <a:prstGeom prst="rect">
            <a:avLst/>
          </a:prstGeom>
        </p:spPr>
        <p:txBody>
          <a:bodyPr/>
          <a:lstStyle>
            <a:lvl1pPr marL="0" marR="0" indent="0" algn="l" defTabSz="521436" rtl="0" eaLnBrk="1" fontAlgn="auto" latinLnBrk="0" hangingPunct="1">
              <a:lnSpc>
                <a:spcPct val="100000"/>
              </a:lnSpc>
              <a:spcBef>
                <a:spcPct val="20000"/>
              </a:spcBef>
              <a:spcAft>
                <a:spcPts val="0"/>
              </a:spcAft>
              <a:buClrTx/>
              <a:buSzTx/>
              <a:buFontTx/>
              <a:buNone/>
              <a:tabLst/>
              <a:defRPr>
                <a:latin typeface="+mj-ea"/>
                <a:ea typeface="+mj-ea"/>
              </a:defRPr>
            </a:lvl1pPr>
            <a:lvl2pPr marL="0" marR="0" indent="0" algn="l" defTabSz="521436" rtl="0" eaLnBrk="1" fontAlgn="auto" latinLnBrk="1" hangingPunct="1">
              <a:lnSpc>
                <a:spcPct val="100000"/>
              </a:lnSpc>
              <a:spcBef>
                <a:spcPct val="20000"/>
              </a:spcBef>
              <a:spcAft>
                <a:spcPts val="0"/>
              </a:spcAft>
              <a:buClrTx/>
              <a:buSzTx/>
              <a:buFont typeface="Arial"/>
              <a:buNone/>
              <a:tabLst/>
              <a:defRPr>
                <a:latin typeface="+mn-ea"/>
                <a:ea typeface="+mn-ea"/>
              </a:defRPr>
            </a:lvl2pPr>
            <a:lvl3pPr marL="284400" indent="-284400">
              <a:buFont typeface="Arial" panose="020B0604020202020204" pitchFamily="34" charset="0"/>
              <a:buChar char="•"/>
              <a:defRPr>
                <a:latin typeface="현대산스 Text" panose="020B0600000101010101" pitchFamily="50" charset="-127"/>
                <a:ea typeface="현대산스 Text" panose="020B0600000101010101" pitchFamily="50" charset="-127"/>
              </a:defRPr>
            </a:lvl3pPr>
            <a:lvl4pPr marL="284400" indent="-284400">
              <a:buFont typeface="Arial"/>
              <a:buChar char="•"/>
              <a:defRPr>
                <a:latin typeface="현대산스 Text" panose="020B0600000101010101" pitchFamily="50" charset="-127"/>
                <a:ea typeface="현대산스 Text" panose="020B0600000101010101" pitchFamily="50" charset="-127"/>
              </a:defRPr>
            </a:lvl4pPr>
            <a:lvl5pPr marL="284400" indent="-284400">
              <a:buFont typeface="Arial"/>
              <a:buChar char="•"/>
              <a:defRPr>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option1 : 20pt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endParaRPr lang="en-US" altLang="ko-KR" noProof="0" dirty="0"/>
          </a:p>
        </p:txBody>
      </p:sp>
      <p:sp>
        <p:nvSpPr>
          <p:cNvPr id="21" name="Inhaltsplatzhalter 2"/>
          <p:cNvSpPr>
            <a:spLocks noGrp="1"/>
          </p:cNvSpPr>
          <p:nvPr>
            <p:ph idx="20" hasCustomPrompt="1"/>
          </p:nvPr>
        </p:nvSpPr>
        <p:spPr>
          <a:xfrm>
            <a:off x="5450399" y="5329100"/>
            <a:ext cx="4885200" cy="1440000"/>
          </a:xfrm>
          <a:prstGeom prst="rect">
            <a:avLst/>
          </a:prstGeom>
        </p:spPr>
        <p:txBody>
          <a:bodyPr>
            <a:normAutofit/>
          </a:bodyPr>
          <a:lstStyle>
            <a:lvl1pPr marL="0" marR="0" indent="0" algn="l" defTabSz="521436" rtl="0" eaLnBrk="1" fontAlgn="auto" latinLnBrk="0" hangingPunct="1">
              <a:lnSpc>
                <a:spcPct val="100000"/>
              </a:lnSpc>
              <a:spcBef>
                <a:spcPct val="20000"/>
              </a:spcBef>
              <a:spcAft>
                <a:spcPts val="0"/>
              </a:spcAft>
              <a:buClrTx/>
              <a:buSzTx/>
              <a:buFontTx/>
              <a:buNone/>
              <a:tabLst/>
              <a:defRPr sz="13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300">
                <a:latin typeface="+mn-ea"/>
                <a:ea typeface="+mn-ea"/>
              </a:defRPr>
            </a:lvl2pPr>
            <a:lvl3pPr marL="176400" indent="-176400">
              <a:spcBef>
                <a:spcPts val="336"/>
              </a:spcBef>
              <a:buFont typeface="Arial" panose="020B0604020202020204" pitchFamily="34" charset="0"/>
              <a:buChar char="•"/>
              <a:defRPr sz="13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option3 : 13pt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3" name="Inhaltsplatzhalter 2"/>
          <p:cNvSpPr>
            <a:spLocks noGrp="1"/>
          </p:cNvSpPr>
          <p:nvPr>
            <p:ph idx="14" hasCustomPrompt="1"/>
          </p:nvPr>
        </p:nvSpPr>
        <p:spPr>
          <a:xfrm>
            <a:off x="360000" y="3618550"/>
            <a:ext cx="4885200" cy="1620000"/>
          </a:xfrm>
          <a:prstGeom prst="rect">
            <a:avLst/>
          </a:prstGeom>
          <a:ln>
            <a:noFill/>
          </a:ln>
        </p:spPr>
        <p:txBody>
          <a:bodyPr>
            <a:normAutofit/>
          </a:bodyPr>
          <a:lstStyle>
            <a:lvl1pPr marL="0" marR="0" indent="0" algn="l" defTabSz="521436" rtl="0" eaLnBrk="1" fontAlgn="auto" latinLnBrk="0" hangingPunct="1">
              <a:lnSpc>
                <a:spcPct val="100000"/>
              </a:lnSpc>
              <a:spcBef>
                <a:spcPct val="20000"/>
              </a:spcBef>
              <a:spcAft>
                <a:spcPts val="0"/>
              </a:spcAft>
              <a:buClrTx/>
              <a:buSzTx/>
              <a:buFontTx/>
              <a:buNone/>
              <a:tabLst/>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lnSpc>
                <a:spcPct val="100000"/>
              </a:lnSpc>
              <a:buFont typeface="Arial" panose="020B0604020202020204" pitchFamily="34" charset="0"/>
              <a:buChar char="•"/>
              <a:defRPr sz="1500">
                <a:latin typeface="현대산스 Text" panose="020B0600000101010101" pitchFamily="50" charset="-127"/>
                <a:ea typeface="현대산스 Text" panose="020B0600000101010101" pitchFamily="50" charset="-127"/>
              </a:defRPr>
            </a:lvl3pPr>
            <a:lvl4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4pPr>
            <a:lvl5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option2 : 15pt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4" name="Inhaltsplatzhalter 2"/>
          <p:cNvSpPr>
            <a:spLocks noGrp="1"/>
          </p:cNvSpPr>
          <p:nvPr>
            <p:ph idx="24" hasCustomPrompt="1"/>
          </p:nvPr>
        </p:nvSpPr>
        <p:spPr>
          <a:xfrm>
            <a:off x="5450400" y="3618550"/>
            <a:ext cx="4885200" cy="1620000"/>
          </a:xfrm>
          <a:prstGeom prst="rect">
            <a:avLst/>
          </a:prstGeom>
        </p:spPr>
        <p:txBody>
          <a:bodyPr>
            <a:normAutofit/>
          </a:bodyPr>
          <a:lstStyle>
            <a:lvl1pPr marL="0" marR="0" indent="0" algn="l" defTabSz="521436" rtl="0" eaLnBrk="1" fontAlgn="auto" latinLnBrk="0" hangingPunct="1">
              <a:lnSpc>
                <a:spcPct val="100000"/>
              </a:lnSpc>
              <a:spcBef>
                <a:spcPct val="20000"/>
              </a:spcBef>
              <a:spcAft>
                <a:spcPts val="0"/>
              </a:spcAft>
              <a:buClrTx/>
              <a:buSzTx/>
              <a:buFontTx/>
              <a:buNone/>
              <a:tabLst/>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lnSpc>
                <a:spcPct val="100000"/>
              </a:lnSpc>
              <a:buFont typeface="Arial" panose="020B0604020202020204" pitchFamily="34" charset="0"/>
              <a:buChar char="•"/>
              <a:defRPr sz="1500">
                <a:latin typeface="현대산스 Text" panose="020B0600000101010101" pitchFamily="50" charset="-127"/>
                <a:ea typeface="현대산스 Text" panose="020B0600000101010101" pitchFamily="50" charset="-127"/>
              </a:defRPr>
            </a:lvl3pPr>
            <a:lvl4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4pPr>
            <a:lvl5pPr marL="176400" indent="-176400">
              <a:lnSpc>
                <a:spcPct val="100000"/>
              </a:lnSpc>
              <a:buFont typeface="Arial"/>
              <a:buChar char="•"/>
              <a:defRPr sz="1500">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option2 : 15pt </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7"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lvl1pPr>
              <a:defRPr/>
            </a:lvl1pPr>
          </a:lstStyle>
          <a:p>
            <a:endParaRPr lang="en-US" noProof="0" dirty="0"/>
          </a:p>
        </p:txBody>
      </p:sp>
    </p:spTree>
    <p:extLst>
      <p:ext uri="{BB962C8B-B14F-4D97-AF65-F5344CB8AC3E}">
        <p14:creationId xmlns:p14="http://schemas.microsoft.com/office/powerpoint/2010/main" val="350875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empty">
    <p:spTree>
      <p:nvGrpSpPr>
        <p:cNvPr id="1" name=""/>
        <p:cNvGrpSpPr/>
        <p:nvPr/>
      </p:nvGrpSpPr>
      <p:grpSpPr>
        <a:xfrm>
          <a:off x="0" y="0"/>
          <a:ext cx="0" cy="0"/>
          <a:chOff x="0" y="0"/>
          <a:chExt cx="0" cy="0"/>
        </a:xfrm>
      </p:grpSpPr>
      <p:sp>
        <p:nvSpPr>
          <p:cNvPr id="8" name="Datumsplatzhalter 7"/>
          <p:cNvSpPr>
            <a:spLocks noGrp="1"/>
          </p:cNvSpPr>
          <p:nvPr>
            <p:ph type="dt" sz="half" idx="14"/>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1180949F-C465-4394-AF9B-CF279996F248}" type="datetime4">
              <a:rPr lang="en-US" altLang="ko-KR" smtClean="0"/>
              <a:t>August 6, 2026</a:t>
            </a:fld>
            <a:endParaRPr lang="de-DE" dirty="0"/>
          </a:p>
        </p:txBody>
      </p:sp>
      <p:sp>
        <p:nvSpPr>
          <p:cNvPr id="14" name="Foliennummernplatzhalter 13"/>
          <p:cNvSpPr>
            <a:spLocks noGrp="1"/>
          </p:cNvSpPr>
          <p:nvPr>
            <p:ph type="sldNum" sz="quarter" idx="16"/>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1" name="Textplatzhalter 19"/>
          <p:cNvSpPr>
            <a:spLocks noGrp="1"/>
          </p:cNvSpPr>
          <p:nvPr>
            <p:ph type="body" sz="quarter" idx="19" hasCustomPrompt="1"/>
          </p:nvPr>
        </p:nvSpPr>
        <p:spPr>
          <a:xfrm>
            <a:off x="352800" y="754125"/>
            <a:ext cx="9972675" cy="600013"/>
          </a:xfrm>
        </p:spPr>
        <p:txBody>
          <a:bodyPr/>
          <a:lstStyle>
            <a:lvl1pPr>
              <a:defRPr baseline="0">
                <a:latin typeface="+mn-ea"/>
                <a:ea typeface="+mn-ea"/>
              </a:defRPr>
            </a:lvl1pPr>
          </a:lstStyle>
          <a:p>
            <a:pPr lvl="0"/>
            <a:r>
              <a:rPr lang="ko-KR" altLang="en-US" dirty="0"/>
              <a:t>소제목 및 본문</a:t>
            </a:r>
            <a:endParaRPr lang="de-DE" altLang="ko-KR" dirty="0"/>
          </a:p>
        </p:txBody>
      </p:sp>
      <p:sp>
        <p:nvSpPr>
          <p:cNvPr id="12"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lvl1pPr>
              <a:defRPr>
                <a:latin typeface="+mj-ea"/>
                <a:ea typeface="+mj-ea"/>
              </a:defRPr>
            </a:lvl1pPr>
          </a:lstStyle>
          <a:p>
            <a:endParaRPr lang="en-US" noProof="0" dirty="0"/>
          </a:p>
        </p:txBody>
      </p:sp>
    </p:spTree>
    <p:extLst>
      <p:ext uri="{BB962C8B-B14F-4D97-AF65-F5344CB8AC3E}">
        <p14:creationId xmlns:p14="http://schemas.microsoft.com/office/powerpoint/2010/main" val="102402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Image">
    <p:spTree>
      <p:nvGrpSpPr>
        <p:cNvPr id="1" name=""/>
        <p:cNvGrpSpPr/>
        <p:nvPr/>
      </p:nvGrpSpPr>
      <p:grpSpPr>
        <a:xfrm>
          <a:off x="0" y="0"/>
          <a:ext cx="0" cy="0"/>
          <a:chOff x="0" y="0"/>
          <a:chExt cx="0" cy="0"/>
        </a:xfrm>
      </p:grpSpPr>
      <p:sp>
        <p:nvSpPr>
          <p:cNvPr id="2" name="Datumsplatzhalter 1"/>
          <p:cNvSpPr>
            <a:spLocks noGrp="1"/>
          </p:cNvSpPr>
          <p:nvPr>
            <p:ph type="dt" sz="half" idx="15"/>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BA3726AF-EB47-4A5F-92A2-4F1DAD25CA1A}" type="datetime4">
              <a:rPr lang="en-US" altLang="ko-KR" smtClean="0"/>
              <a:t>August 6, 2026</a:t>
            </a:fld>
            <a:endParaRPr lang="de-DE" dirty="0"/>
          </a:p>
        </p:txBody>
      </p:sp>
      <p:sp>
        <p:nvSpPr>
          <p:cNvPr id="4" name="Foliennummernplatzhalter 3"/>
          <p:cNvSpPr>
            <a:spLocks noGrp="1"/>
          </p:cNvSpPr>
          <p:nvPr>
            <p:ph type="sldNum" sz="quarter" idx="17"/>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8" name="Bildplatzhalter 7"/>
          <p:cNvSpPr>
            <a:spLocks noGrp="1"/>
          </p:cNvSpPr>
          <p:nvPr>
            <p:ph type="pic" sz="quarter" idx="14"/>
          </p:nvPr>
        </p:nvSpPr>
        <p:spPr>
          <a:xfrm>
            <a:off x="0" y="1725612"/>
            <a:ext cx="10333038" cy="5043487"/>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0" name="Textplatzhalter 19"/>
          <p:cNvSpPr>
            <a:spLocks noGrp="1"/>
          </p:cNvSpPr>
          <p:nvPr>
            <p:ph type="body" sz="quarter" idx="19" hasCustomPrompt="1"/>
          </p:nvPr>
        </p:nvSpPr>
        <p:spPr>
          <a:xfrm>
            <a:off x="352800" y="754125"/>
            <a:ext cx="9972675" cy="600013"/>
          </a:xfrm>
        </p:spPr>
        <p:txBody>
          <a:bodyPr/>
          <a:lstStyle>
            <a:lvl1pPr>
              <a:defRPr baseline="0">
                <a:latin typeface="+mn-ea"/>
                <a:ea typeface="+mn-ea"/>
              </a:defRPr>
            </a:lvl1pPr>
          </a:lstStyle>
          <a:p>
            <a:pPr lvl="0"/>
            <a:r>
              <a:rPr lang="ko-KR" altLang="en-US" dirty="0"/>
              <a:t>소제목 및 본문</a:t>
            </a:r>
            <a:endParaRPr lang="de-DE" altLang="ko-KR" dirty="0"/>
          </a:p>
        </p:txBody>
      </p:sp>
      <p:sp>
        <p:nvSpPr>
          <p:cNvPr id="11"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lvl1pPr>
              <a:defRPr/>
            </a:lvl1pPr>
          </a:lstStyle>
          <a:p>
            <a:endParaRPr lang="en-US" noProof="0" dirty="0"/>
          </a:p>
        </p:txBody>
      </p:sp>
    </p:spTree>
    <p:extLst>
      <p:ext uri="{BB962C8B-B14F-4D97-AF65-F5344CB8AC3E}">
        <p14:creationId xmlns:p14="http://schemas.microsoft.com/office/powerpoint/2010/main" val="173123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Image3">
    <p:spTree>
      <p:nvGrpSpPr>
        <p:cNvPr id="1" name=""/>
        <p:cNvGrpSpPr/>
        <p:nvPr/>
      </p:nvGrpSpPr>
      <p:grpSpPr>
        <a:xfrm>
          <a:off x="0" y="0"/>
          <a:ext cx="0" cy="0"/>
          <a:chOff x="0" y="0"/>
          <a:chExt cx="0" cy="0"/>
        </a:xfrm>
      </p:grpSpPr>
      <p:sp>
        <p:nvSpPr>
          <p:cNvPr id="4" name="Datumsplatzhalter 3"/>
          <p:cNvSpPr>
            <a:spLocks noGrp="1"/>
          </p:cNvSpPr>
          <p:nvPr>
            <p:ph type="dt" sz="half" idx="17"/>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C478F219-F387-451E-A104-866CB09009D1}" type="datetime4">
              <a:rPr lang="en-US" altLang="ko-KR" smtClean="0"/>
              <a:t>August 6, 2026</a:t>
            </a:fld>
            <a:endParaRPr lang="de-DE" dirty="0"/>
          </a:p>
        </p:txBody>
      </p:sp>
      <p:sp>
        <p:nvSpPr>
          <p:cNvPr id="9" name="Foliennummernplatzhalter 8"/>
          <p:cNvSpPr>
            <a:spLocks noGrp="1"/>
          </p:cNvSpPr>
          <p:nvPr>
            <p:ph type="sldNum" sz="quarter" idx="19"/>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0" name="Bildplatzhalter 7"/>
          <p:cNvSpPr>
            <a:spLocks noGrp="1"/>
          </p:cNvSpPr>
          <p:nvPr>
            <p:ph type="pic" sz="quarter" idx="14"/>
          </p:nvPr>
        </p:nvSpPr>
        <p:spPr>
          <a:xfrm>
            <a:off x="0" y="1716088"/>
            <a:ext cx="6938963" cy="5043487"/>
          </a:xfrm>
          <a:prstGeom prst="rect">
            <a:avLst/>
          </a:prstGeom>
          <a:noFill/>
        </p:spPr>
        <p:txBody>
          <a:bodyPr>
            <a:no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1" name="Bildplatzhalter 2"/>
          <p:cNvSpPr>
            <a:spLocks noGrp="1"/>
          </p:cNvSpPr>
          <p:nvPr>
            <p:ph type="pic" sz="quarter" idx="15"/>
          </p:nvPr>
        </p:nvSpPr>
        <p:spPr>
          <a:xfrm>
            <a:off x="7146924" y="1716088"/>
            <a:ext cx="3186114" cy="2434936"/>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2" name="Bildplatzhalter 2"/>
          <p:cNvSpPr>
            <a:spLocks noGrp="1"/>
          </p:cNvSpPr>
          <p:nvPr>
            <p:ph type="pic" sz="quarter" idx="16"/>
          </p:nvPr>
        </p:nvSpPr>
        <p:spPr>
          <a:xfrm>
            <a:off x="7146925" y="4339100"/>
            <a:ext cx="3186114" cy="2420475"/>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4" name="Textplatzhalter 19"/>
          <p:cNvSpPr>
            <a:spLocks noGrp="1"/>
          </p:cNvSpPr>
          <p:nvPr>
            <p:ph type="body" sz="quarter" idx="20" hasCustomPrompt="1"/>
          </p:nvPr>
        </p:nvSpPr>
        <p:spPr>
          <a:xfrm>
            <a:off x="352800" y="754125"/>
            <a:ext cx="9972675" cy="600013"/>
          </a:xfrm>
        </p:spPr>
        <p:txBody>
          <a:bodyPr/>
          <a:lstStyle>
            <a:lvl1pPr>
              <a:defRPr baseline="0">
                <a:latin typeface="+mn-ea"/>
                <a:ea typeface="+mn-ea"/>
              </a:defRPr>
            </a:lvl1pPr>
          </a:lstStyle>
          <a:p>
            <a:pPr lvl="0"/>
            <a:r>
              <a:rPr lang="ko-KR" altLang="en-US" dirty="0"/>
              <a:t>소제목 및 본문</a:t>
            </a:r>
            <a:endParaRPr lang="de-DE" altLang="ko-KR" dirty="0"/>
          </a:p>
        </p:txBody>
      </p:sp>
      <p:sp>
        <p:nvSpPr>
          <p:cNvPr id="15"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p>
            <a:endParaRPr lang="en-US" noProof="0" dirty="0"/>
          </a:p>
        </p:txBody>
      </p:sp>
    </p:spTree>
    <p:extLst>
      <p:ext uri="{BB962C8B-B14F-4D97-AF65-F5344CB8AC3E}">
        <p14:creationId xmlns:p14="http://schemas.microsoft.com/office/powerpoint/2010/main" val="2918599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Image1_Text_14pt">
    <p:spTree>
      <p:nvGrpSpPr>
        <p:cNvPr id="1" name=""/>
        <p:cNvGrpSpPr/>
        <p:nvPr/>
      </p:nvGrpSpPr>
      <p:grpSpPr>
        <a:xfrm>
          <a:off x="0" y="0"/>
          <a:ext cx="0" cy="0"/>
          <a:chOff x="0" y="0"/>
          <a:chExt cx="0" cy="0"/>
        </a:xfrm>
      </p:grpSpPr>
      <p:sp>
        <p:nvSpPr>
          <p:cNvPr id="3" name="Datumsplatzhalter 2"/>
          <p:cNvSpPr>
            <a:spLocks noGrp="1"/>
          </p:cNvSpPr>
          <p:nvPr>
            <p:ph type="dt" sz="half" idx="21"/>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AC135C84-C24E-4ED3-A8A7-9D58FD2441B4}" type="datetime4">
              <a:rPr lang="en-US" altLang="ko-KR" smtClean="0"/>
              <a:t>August 6, 2026</a:t>
            </a:fld>
            <a:endParaRPr lang="de-DE" dirty="0"/>
          </a:p>
        </p:txBody>
      </p:sp>
      <p:sp>
        <p:nvSpPr>
          <p:cNvPr id="7" name="Foliennummernplatzhalter 6"/>
          <p:cNvSpPr>
            <a:spLocks noGrp="1"/>
          </p:cNvSpPr>
          <p:nvPr>
            <p:ph type="sldNum" sz="quarter" idx="23"/>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6" name="Textplatzhalter 19"/>
          <p:cNvSpPr>
            <a:spLocks noGrp="1"/>
          </p:cNvSpPr>
          <p:nvPr>
            <p:ph type="body" sz="quarter" idx="24" hasCustomPrompt="1"/>
          </p:nvPr>
        </p:nvSpPr>
        <p:spPr>
          <a:xfrm>
            <a:off x="352800" y="754125"/>
            <a:ext cx="9972675" cy="600013"/>
          </a:xfrm>
        </p:spPr>
        <p:txBody>
          <a:bodyPr/>
          <a:lstStyle>
            <a:lvl1pPr marL="0" marR="0" indent="0" algn="l" defTabSz="521436" rtl="0" eaLnBrk="1" fontAlgn="auto" latinLnBrk="1" hangingPunct="1">
              <a:lnSpc>
                <a:spcPct val="100000"/>
              </a:lnSpc>
              <a:spcBef>
                <a:spcPct val="20000"/>
              </a:spcBef>
              <a:spcAft>
                <a:spcPts val="0"/>
              </a:spcAft>
              <a:buClrTx/>
              <a:buSzTx/>
              <a:buFontTx/>
              <a:buNone/>
              <a:tabLst/>
              <a:defRPr baseline="0">
                <a:latin typeface="+mn-ea"/>
                <a:ea typeface="+mn-ea"/>
              </a:defRPr>
            </a:lvl1pPr>
          </a:lstStyle>
          <a:p>
            <a:pPr marL="0" marR="0" lvl="0" indent="0" algn="l" defTabSz="521436" rtl="0" eaLnBrk="1" fontAlgn="auto" latinLnBrk="1" hangingPunct="1">
              <a:lnSpc>
                <a:spcPct val="100000"/>
              </a:lnSpc>
              <a:spcBef>
                <a:spcPct val="20000"/>
              </a:spcBef>
              <a:spcAft>
                <a:spcPts val="0"/>
              </a:spcAft>
              <a:buClrTx/>
              <a:buSzTx/>
              <a:buFontTx/>
              <a:buNone/>
              <a:tabLst/>
              <a:defRPr/>
            </a:pPr>
            <a:r>
              <a:rPr lang="ko-KR" altLang="en-US" dirty="0"/>
              <a:t>소제목 및 본문</a:t>
            </a:r>
            <a:endParaRPr lang="de-DE" altLang="ko-KR" dirty="0"/>
          </a:p>
          <a:p>
            <a:pPr lvl="0"/>
            <a:r>
              <a:rPr lang="ko-KR" altLang="en-US" dirty="0"/>
              <a:t> </a:t>
            </a:r>
            <a:endParaRPr lang="de-DE" dirty="0"/>
          </a:p>
        </p:txBody>
      </p:sp>
      <p:sp>
        <p:nvSpPr>
          <p:cNvPr id="17"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p>
            <a:endParaRPr lang="en-US" noProof="0" dirty="0"/>
          </a:p>
        </p:txBody>
      </p:sp>
      <p:sp>
        <p:nvSpPr>
          <p:cNvPr id="33" name="Inhaltsplatzhalter 2"/>
          <p:cNvSpPr>
            <a:spLocks noGrp="1"/>
          </p:cNvSpPr>
          <p:nvPr>
            <p:ph idx="18" hasCustomPrompt="1"/>
          </p:nvPr>
        </p:nvSpPr>
        <p:spPr>
          <a:xfrm>
            <a:off x="7146924" y="1711643"/>
            <a:ext cx="3186113" cy="1800000"/>
          </a:xfrm>
          <a:prstGeom prst="rect">
            <a:avLst/>
          </a:prstGeom>
        </p:spPr>
        <p:txBody>
          <a:bodyPr/>
          <a:lstStyle>
            <a:lvl1pPr marL="0" marR="0" indent="0" algn="l" defTabSz="521436" rtl="0" eaLnBrk="1" fontAlgn="auto" latinLnBrk="0" hangingPunct="1">
              <a:lnSpc>
                <a:spcPct val="100000"/>
              </a:lnSpc>
              <a:spcBef>
                <a:spcPct val="20000"/>
              </a:spcBef>
              <a:spcAft>
                <a:spcPts val="0"/>
              </a:spcAft>
              <a:buClrTx/>
              <a:buSzTx/>
              <a:buFontTx/>
              <a:buNone/>
              <a:tabLst/>
              <a:defRPr>
                <a:latin typeface="+mj-lt"/>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a:latin typeface="+mn-ea"/>
                <a:ea typeface="+mn-ea"/>
              </a:defRPr>
            </a:lvl2pPr>
            <a:lvl3pPr marL="284400" indent="-284400">
              <a:buFont typeface="Arial" panose="020B0604020202020204" pitchFamily="34" charset="0"/>
              <a:buChar char="•"/>
              <a:defRPr>
                <a:latin typeface="현대산스 Text" panose="020B0600000101010101" pitchFamily="50" charset="-127"/>
                <a:ea typeface="현대산스 Text" panose="020B0600000101010101" pitchFamily="50" charset="-127"/>
              </a:defRPr>
            </a:lvl3pPr>
            <a:lvl4pPr marL="284400" indent="-284400">
              <a:buFont typeface="Arial"/>
              <a:buChar char="•"/>
              <a:defRPr>
                <a:latin typeface="현대산스 Text" panose="020B0600000101010101" pitchFamily="50" charset="-127"/>
                <a:ea typeface="현대산스 Text" panose="020B0600000101010101" pitchFamily="50" charset="-127"/>
              </a:defRPr>
            </a:lvl4pPr>
            <a:lvl5pPr marL="284400" indent="-284400">
              <a:buFont typeface="Arial"/>
              <a:buChar char="•"/>
              <a:defRPr>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option1 : 20 </a:t>
            </a:r>
            <a:r>
              <a:rPr lang="en-US" altLang="ko-KR" noProof="0" dirty="0" err="1"/>
              <a:t>pt</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34" name="Inhaltsplatzhalter 2"/>
          <p:cNvSpPr>
            <a:spLocks noGrp="1"/>
          </p:cNvSpPr>
          <p:nvPr>
            <p:ph idx="19" hasCustomPrompt="1"/>
          </p:nvPr>
        </p:nvSpPr>
        <p:spPr>
          <a:xfrm>
            <a:off x="7146925" y="3606561"/>
            <a:ext cx="3186113" cy="1620000"/>
          </a:xfrm>
          <a:prstGeom prst="rect">
            <a:avLst/>
          </a:prstGeom>
        </p:spPr>
        <p:txBody>
          <a:bodyPr>
            <a:normAutofit/>
          </a:bodyPr>
          <a:lstStyle>
            <a:lvl1pPr marL="0" marR="0" indent="0" algn="l" defTabSz="521436" rtl="0" eaLnBrk="1" fontAlgn="auto" latinLnBrk="0" hangingPunct="1">
              <a:lnSpc>
                <a:spcPct val="100000"/>
              </a:lnSpc>
              <a:spcBef>
                <a:spcPts val="336"/>
              </a:spcBef>
              <a:spcAft>
                <a:spcPts val="0"/>
              </a:spcAft>
              <a:buClrTx/>
              <a:buSzTx/>
              <a:buFontTx/>
              <a:buNone/>
              <a:tabLst/>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spcBef>
                <a:spcPts val="336"/>
              </a:spcBef>
              <a:buFont typeface="Arial" panose="020B0604020202020204" pitchFamily="34" charset="0"/>
              <a:buChar char="•"/>
              <a:defRPr sz="15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5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5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a:t>
            </a:r>
            <a:r>
              <a:rPr lang="en-US" noProof="0" dirty="0"/>
              <a:t> option2 : 15 </a:t>
            </a:r>
            <a:r>
              <a:rPr lang="en-US" noProof="0" dirty="0" err="1"/>
              <a:t>pt</a:t>
            </a:r>
            <a:endParaRPr lang="en-US"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35" name="Inhaltsplatzhalter 2"/>
          <p:cNvSpPr>
            <a:spLocks noGrp="1"/>
          </p:cNvSpPr>
          <p:nvPr>
            <p:ph idx="20" hasCustomPrompt="1"/>
          </p:nvPr>
        </p:nvSpPr>
        <p:spPr>
          <a:xfrm>
            <a:off x="7146925" y="5321480"/>
            <a:ext cx="3186113" cy="1440000"/>
          </a:xfrm>
          <a:prstGeom prst="rect">
            <a:avLst/>
          </a:prstGeom>
        </p:spPr>
        <p:txBody>
          <a:bodyPr>
            <a:normAutofit/>
          </a:bodyPr>
          <a:lstStyle>
            <a:lvl1pPr marL="0" marR="0" indent="0" algn="l" defTabSz="521436" rtl="0" eaLnBrk="1" fontAlgn="auto" latinLnBrk="0" hangingPunct="1">
              <a:lnSpc>
                <a:spcPct val="100000"/>
              </a:lnSpc>
              <a:spcBef>
                <a:spcPts val="336"/>
              </a:spcBef>
              <a:spcAft>
                <a:spcPts val="0"/>
              </a:spcAft>
              <a:buClrTx/>
              <a:buSzTx/>
              <a:buFontTx/>
              <a:buNone/>
              <a:tabLst/>
              <a:defRPr sz="1300"/>
            </a:lvl1pPr>
            <a:lvl2pPr marL="0" marR="0" indent="0" algn="l" defTabSz="521436" rtl="0" eaLnBrk="1" fontAlgn="auto" latinLnBrk="1" hangingPunct="1">
              <a:lnSpc>
                <a:spcPct val="100000"/>
              </a:lnSpc>
              <a:spcBef>
                <a:spcPct val="20000"/>
              </a:spcBef>
              <a:spcAft>
                <a:spcPts val="0"/>
              </a:spcAft>
              <a:buClrTx/>
              <a:buSzTx/>
              <a:buFont typeface="Arial"/>
              <a:buNone/>
              <a:tabLst/>
              <a:defRPr sz="1300">
                <a:latin typeface="+mn-ea"/>
                <a:ea typeface="+mn-ea"/>
              </a:defRPr>
            </a:lvl2pPr>
            <a:lvl3pPr marL="176400" indent="-176400">
              <a:spcBef>
                <a:spcPts val="336"/>
              </a:spcBef>
              <a:buFont typeface="Arial" panose="020B0604020202020204" pitchFamily="34" charset="0"/>
              <a:buChar char="•"/>
              <a:defRPr sz="13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ts val="383"/>
              </a:spcBef>
              <a:spcAft>
                <a:spcPts val="0"/>
              </a:spcAft>
              <a:buClrTx/>
              <a:buSzTx/>
              <a:buFontTx/>
              <a:buNone/>
              <a:tabLst/>
              <a:defRPr/>
            </a:pPr>
            <a:r>
              <a:rPr lang="ko-KR" altLang="en-US" noProof="0" dirty="0"/>
              <a:t>소제목</a:t>
            </a:r>
            <a:r>
              <a:rPr lang="en-US" noProof="0" dirty="0"/>
              <a:t> option3 : 13 </a:t>
            </a:r>
            <a:r>
              <a:rPr lang="en-US" noProof="0" dirty="0" err="1"/>
              <a:t>pt</a:t>
            </a:r>
            <a:endParaRPr lang="en-US"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endParaRPr lang="en-US" altLang="ko-KR" noProof="0" dirty="0"/>
          </a:p>
        </p:txBody>
      </p:sp>
      <p:sp>
        <p:nvSpPr>
          <p:cNvPr id="11" name="Bildplatzhalter 7"/>
          <p:cNvSpPr>
            <a:spLocks noGrp="1"/>
          </p:cNvSpPr>
          <p:nvPr>
            <p:ph type="pic" sz="quarter" idx="14"/>
          </p:nvPr>
        </p:nvSpPr>
        <p:spPr>
          <a:xfrm>
            <a:off x="0" y="1716088"/>
            <a:ext cx="6938963" cy="5043487"/>
          </a:xfrm>
          <a:prstGeom prst="rect">
            <a:avLst/>
          </a:prstGeom>
          <a:noFill/>
        </p:spPr>
        <p:txBody>
          <a:bodyPr>
            <a:no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Tree>
    <p:extLst>
      <p:ext uri="{BB962C8B-B14F-4D97-AF65-F5344CB8AC3E}">
        <p14:creationId xmlns:p14="http://schemas.microsoft.com/office/powerpoint/2010/main" val="11561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Images_3Column">
    <p:spTree>
      <p:nvGrpSpPr>
        <p:cNvPr id="1" name=""/>
        <p:cNvGrpSpPr/>
        <p:nvPr/>
      </p:nvGrpSpPr>
      <p:grpSpPr>
        <a:xfrm>
          <a:off x="0" y="0"/>
          <a:ext cx="0" cy="0"/>
          <a:chOff x="0" y="0"/>
          <a:chExt cx="0" cy="0"/>
        </a:xfrm>
      </p:grpSpPr>
      <p:sp>
        <p:nvSpPr>
          <p:cNvPr id="3" name="Datumsplatzhalter 2"/>
          <p:cNvSpPr>
            <a:spLocks noGrp="1"/>
          </p:cNvSpPr>
          <p:nvPr>
            <p:ph type="dt" sz="half" idx="24"/>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214C8B50-332E-4592-9F42-0F5F0CB65D7D}" type="datetime4">
              <a:rPr lang="en-US" altLang="ko-KR" smtClean="0"/>
              <a:t>August 6, 2026</a:t>
            </a:fld>
            <a:endParaRPr lang="de-DE" dirty="0"/>
          </a:p>
        </p:txBody>
      </p:sp>
      <p:sp>
        <p:nvSpPr>
          <p:cNvPr id="7" name="Foliennummernplatzhalter 6"/>
          <p:cNvSpPr>
            <a:spLocks noGrp="1"/>
          </p:cNvSpPr>
          <p:nvPr>
            <p:ph type="sldNum" sz="quarter" idx="26"/>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4" name="Bildplatzhalter 7"/>
          <p:cNvSpPr>
            <a:spLocks noGrp="1"/>
          </p:cNvSpPr>
          <p:nvPr>
            <p:ph type="pic" sz="quarter" idx="14"/>
          </p:nvPr>
        </p:nvSpPr>
        <p:spPr>
          <a:xfrm>
            <a:off x="0" y="1717992"/>
            <a:ext cx="4394200" cy="5043487"/>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5" name="Inhaltsplatzhalter 2"/>
          <p:cNvSpPr>
            <a:spLocks noGrp="1"/>
          </p:cNvSpPr>
          <p:nvPr>
            <p:ph idx="18" hasCustomPrompt="1"/>
          </p:nvPr>
        </p:nvSpPr>
        <p:spPr>
          <a:xfrm>
            <a:off x="4600575" y="1711643"/>
            <a:ext cx="5732462" cy="1800000"/>
          </a:xfrm>
          <a:prstGeom prst="rect">
            <a:avLst/>
          </a:prstGeom>
        </p:spPr>
        <p:txBody>
          <a:bodyPr/>
          <a:lstStyle>
            <a:lvl1pPr marL="0" marR="0" indent="0" algn="l" defTabSz="521436" rtl="0" eaLnBrk="1" fontAlgn="auto" latinLnBrk="0" hangingPunct="1">
              <a:lnSpc>
                <a:spcPct val="100000"/>
              </a:lnSpc>
              <a:spcBef>
                <a:spcPct val="20000"/>
              </a:spcBef>
              <a:spcAft>
                <a:spcPts val="0"/>
              </a:spcAft>
              <a:buClrTx/>
              <a:buSzTx/>
              <a:buFontTx/>
              <a:buNone/>
              <a:tabLst/>
              <a:defRPr/>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a:latin typeface="+mn-ea"/>
                <a:ea typeface="+mn-ea"/>
              </a:defRPr>
            </a:lvl2pPr>
            <a:lvl3pPr marL="284400" indent="-284400">
              <a:buFont typeface="Arial" panose="020B0604020202020204" pitchFamily="34" charset="0"/>
              <a:buChar char="•"/>
              <a:defRPr>
                <a:latin typeface="현대산스 Text" panose="020B0600000101010101" pitchFamily="50" charset="-127"/>
                <a:ea typeface="현대산스 Text" panose="020B0600000101010101" pitchFamily="50" charset="-127"/>
              </a:defRPr>
            </a:lvl3pPr>
            <a:lvl4pPr marL="284400" indent="-284400">
              <a:buFont typeface="Arial"/>
              <a:buChar char="•"/>
              <a:defRPr>
                <a:latin typeface="현대산스 Text" panose="020B0600000101010101" pitchFamily="50" charset="-127"/>
                <a:ea typeface="현대산스 Text" panose="020B0600000101010101" pitchFamily="50" charset="-127"/>
              </a:defRPr>
            </a:lvl4pPr>
            <a:lvl5pPr marL="284400" indent="-284400">
              <a:buFont typeface="Arial"/>
              <a:buChar char="•"/>
              <a:defRPr>
                <a:latin typeface="현대산스 Text" panose="020B0600000101010101" pitchFamily="50" charset="-127"/>
                <a:ea typeface="현대산스 Text" panose="020B0600000101010101" pitchFamily="50" charset="-127"/>
              </a:defRPr>
            </a:lvl5pPr>
          </a:lstStyle>
          <a:p>
            <a:pPr marL="0" marR="0" lvl="0" indent="0"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 </a:t>
            </a:r>
            <a:r>
              <a:rPr lang="en-US" altLang="ko-KR" noProof="0" dirty="0"/>
              <a:t>option1 : 20 </a:t>
            </a:r>
            <a:r>
              <a:rPr lang="en-US" altLang="ko-KR" noProof="0" dirty="0" err="1"/>
              <a:t>pt</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16" name="Inhaltsplatzhalter 2"/>
          <p:cNvSpPr>
            <a:spLocks noGrp="1"/>
          </p:cNvSpPr>
          <p:nvPr>
            <p:ph idx="27" hasCustomPrompt="1"/>
          </p:nvPr>
        </p:nvSpPr>
        <p:spPr>
          <a:xfrm>
            <a:off x="4600576" y="3606561"/>
            <a:ext cx="5732462" cy="1620000"/>
          </a:xfrm>
          <a:prstGeom prst="rect">
            <a:avLst/>
          </a:prstGeom>
        </p:spPr>
        <p:txBody>
          <a:bodyPr>
            <a:normAutofit/>
          </a:bodyPr>
          <a:lstStyle>
            <a:lvl1pPr marL="201183" marR="0" indent="-201183" algn="l" defTabSz="521436" rtl="0" eaLnBrk="1" fontAlgn="auto" latinLnBrk="0" hangingPunct="1">
              <a:lnSpc>
                <a:spcPct val="100000"/>
              </a:lnSpc>
              <a:spcBef>
                <a:spcPct val="20000"/>
              </a:spcBef>
              <a:spcAft>
                <a:spcPts val="0"/>
              </a:spcAft>
              <a:buClrTx/>
              <a:buSzTx/>
              <a:buFontTx/>
              <a:buNone/>
              <a:tabLst/>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spcBef>
                <a:spcPts val="336"/>
              </a:spcBef>
              <a:buFont typeface="Arial" panose="020B0604020202020204" pitchFamily="34" charset="0"/>
              <a:buChar char="•"/>
              <a:defRPr sz="15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5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5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ct val="20000"/>
              </a:spcBef>
              <a:spcAft>
                <a:spcPts val="0"/>
              </a:spcAft>
              <a:buClrTx/>
              <a:buSzTx/>
              <a:buFontTx/>
              <a:buNone/>
              <a:tabLst/>
              <a:defRPr/>
            </a:pPr>
            <a:r>
              <a:rPr lang="ko-KR" altLang="en-US" noProof="0" dirty="0"/>
              <a:t>소제목</a:t>
            </a:r>
            <a:r>
              <a:rPr lang="en-US" altLang="ko-KR" noProof="0" dirty="0"/>
              <a:t> option2 : 15 </a:t>
            </a:r>
            <a:r>
              <a:rPr lang="en-US" altLang="ko-KR" noProof="0" dirty="0" err="1"/>
              <a:t>pt</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17" name="Inhaltsplatzhalter 2"/>
          <p:cNvSpPr>
            <a:spLocks noGrp="1"/>
          </p:cNvSpPr>
          <p:nvPr>
            <p:ph idx="20" hasCustomPrompt="1"/>
          </p:nvPr>
        </p:nvSpPr>
        <p:spPr>
          <a:xfrm>
            <a:off x="4600576" y="5321480"/>
            <a:ext cx="5732462" cy="1440000"/>
          </a:xfrm>
          <a:prstGeom prst="rect">
            <a:avLst/>
          </a:prstGeom>
        </p:spPr>
        <p:txBody>
          <a:bodyPr>
            <a:normAutofit/>
          </a:bodyPr>
          <a:lstStyle>
            <a:lvl1pPr marL="201183" marR="0" indent="-201183" algn="l" defTabSz="521436" rtl="0" eaLnBrk="1" fontAlgn="auto" latinLnBrk="0" hangingPunct="1">
              <a:lnSpc>
                <a:spcPct val="100000"/>
              </a:lnSpc>
              <a:spcBef>
                <a:spcPts val="383"/>
              </a:spcBef>
              <a:spcAft>
                <a:spcPts val="0"/>
              </a:spcAft>
              <a:buClrTx/>
              <a:buSzTx/>
              <a:buFontTx/>
              <a:buNone/>
              <a:tabLst/>
              <a:defRPr sz="1300" baseline="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300">
                <a:latin typeface="+mn-ea"/>
                <a:ea typeface="+mn-ea"/>
              </a:defRPr>
            </a:lvl2pPr>
            <a:lvl3pPr marL="176400" indent="-176400">
              <a:spcBef>
                <a:spcPts val="336"/>
              </a:spcBef>
              <a:buFont typeface="Arial" panose="020B0604020202020204" pitchFamily="34" charset="0"/>
              <a:buChar char="•"/>
              <a:defRPr sz="1300">
                <a:latin typeface="현대산스 Text" panose="020B0600000101010101" pitchFamily="50" charset="-127"/>
                <a:ea typeface="현대산스 Text" panose="020B0600000101010101" pitchFamily="50" charset="-127"/>
              </a:defRPr>
            </a:lvl3pPr>
            <a:lvl4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4pPr>
            <a:lvl5pPr marL="176400" indent="-176400">
              <a:spcBef>
                <a:spcPts val="336"/>
              </a:spcBef>
              <a:buFont typeface="Arial"/>
              <a:buChar char="•"/>
              <a:defRPr sz="1300">
                <a:latin typeface="현대산스 Text" panose="020B0600000101010101" pitchFamily="50" charset="-127"/>
                <a:ea typeface="현대산스 Text" panose="020B0600000101010101" pitchFamily="50" charset="-127"/>
              </a:defRPr>
            </a:lvl5pPr>
          </a:lstStyle>
          <a:p>
            <a:pPr marL="201183" marR="0" lvl="0" indent="-201183" algn="l" defTabSz="521436" rtl="0" eaLnBrk="1" fontAlgn="auto" latinLnBrk="0" hangingPunct="1">
              <a:lnSpc>
                <a:spcPct val="100000"/>
              </a:lnSpc>
              <a:spcBef>
                <a:spcPts val="383"/>
              </a:spcBef>
              <a:spcAft>
                <a:spcPts val="0"/>
              </a:spcAft>
              <a:buClrTx/>
              <a:buSzTx/>
              <a:buFontTx/>
              <a:buNone/>
              <a:tabLst/>
              <a:defRPr/>
            </a:pPr>
            <a:r>
              <a:rPr lang="ko-KR" altLang="en-US" noProof="0" dirty="0"/>
              <a:t>소제목</a:t>
            </a:r>
            <a:r>
              <a:rPr lang="en-US" altLang="ko-KR" noProof="0" dirty="0"/>
              <a:t> option3 : 13 </a:t>
            </a:r>
            <a:r>
              <a:rPr lang="en-US" altLang="ko-KR" noProof="0" dirty="0" err="1"/>
              <a:t>pt</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3" name="Textplatzhalter 19"/>
          <p:cNvSpPr>
            <a:spLocks noGrp="1"/>
          </p:cNvSpPr>
          <p:nvPr>
            <p:ph type="body" sz="quarter" idx="28" hasCustomPrompt="1"/>
          </p:nvPr>
        </p:nvSpPr>
        <p:spPr>
          <a:xfrm>
            <a:off x="352800" y="754125"/>
            <a:ext cx="9972675" cy="600013"/>
          </a:xfrm>
        </p:spPr>
        <p:txBody>
          <a:bodyPr/>
          <a:lstStyle>
            <a:lvl1pPr>
              <a:defRPr baseline="0">
                <a:latin typeface="+mn-ea"/>
                <a:ea typeface="+mn-ea"/>
              </a:defRPr>
            </a:lvl1pPr>
          </a:lstStyle>
          <a:p>
            <a:pPr lvl="0"/>
            <a:r>
              <a:rPr lang="ko-KR" altLang="en-US" dirty="0"/>
              <a:t>소제목 및 본문</a:t>
            </a:r>
            <a:endParaRPr lang="de-DE" altLang="ko-KR" dirty="0"/>
          </a:p>
        </p:txBody>
      </p:sp>
      <p:sp>
        <p:nvSpPr>
          <p:cNvPr id="24"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p>
            <a:endParaRPr lang="en-US" noProof="0" dirty="0"/>
          </a:p>
        </p:txBody>
      </p:sp>
    </p:spTree>
    <p:extLst>
      <p:ext uri="{BB962C8B-B14F-4D97-AF65-F5344CB8AC3E}">
        <p14:creationId xmlns:p14="http://schemas.microsoft.com/office/powerpoint/2010/main" val="3218158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_Images_3Column">
    <p:spTree>
      <p:nvGrpSpPr>
        <p:cNvPr id="1" name=""/>
        <p:cNvGrpSpPr/>
        <p:nvPr/>
      </p:nvGrpSpPr>
      <p:grpSpPr>
        <a:xfrm>
          <a:off x="0" y="0"/>
          <a:ext cx="0" cy="0"/>
          <a:chOff x="0" y="0"/>
          <a:chExt cx="0" cy="0"/>
        </a:xfrm>
      </p:grpSpPr>
      <p:sp>
        <p:nvSpPr>
          <p:cNvPr id="3" name="Datumsplatzhalter 2"/>
          <p:cNvSpPr>
            <a:spLocks noGrp="1"/>
          </p:cNvSpPr>
          <p:nvPr>
            <p:ph type="dt" sz="half" idx="24"/>
          </p:nvPr>
        </p:nvSpPr>
        <p:spPr>
          <a:xfrm>
            <a:off x="1080000" y="7143437"/>
            <a:ext cx="1404000" cy="180000"/>
          </a:xfrm>
          <a:prstGeom prst="rect">
            <a:avLst/>
          </a:prstGeom>
        </p:spPr>
        <p:txBody>
          <a:bodyPr/>
          <a:lstStyle>
            <a:lvl1pPr>
              <a:defRPr>
                <a:latin typeface="현대산스 Head" panose="020B0600000101010101" pitchFamily="50" charset="-127"/>
                <a:ea typeface="현대산스 Head" panose="020B0600000101010101" pitchFamily="50" charset="-127"/>
              </a:defRPr>
            </a:lvl1pPr>
          </a:lstStyle>
          <a:p>
            <a:fld id="{BE8155E8-E1C8-45C3-9754-21D670EFB221}" type="datetime4">
              <a:rPr lang="en-US" altLang="ko-KR" smtClean="0"/>
              <a:t>August 6, 2026</a:t>
            </a:fld>
            <a:endParaRPr lang="de-DE" dirty="0"/>
          </a:p>
        </p:txBody>
      </p:sp>
      <p:sp>
        <p:nvSpPr>
          <p:cNvPr id="7" name="Foliennummernplatzhalter 6"/>
          <p:cNvSpPr>
            <a:spLocks noGrp="1"/>
          </p:cNvSpPr>
          <p:nvPr>
            <p:ph type="sldNum" sz="quarter" idx="26"/>
          </p:nvPr>
        </p:nvSpPr>
        <p:spPr>
          <a:xfrm>
            <a:off x="360000" y="7142400"/>
            <a:ext cx="637200" cy="180000"/>
          </a:xfrm>
          <a:prstGeom prst="rect">
            <a:avLst/>
          </a:prstGeom>
        </p:spPr>
        <p:txBody>
          <a:bodyPr/>
          <a:lstStyle/>
          <a:p>
            <a:fld id="{DD317690-C5EB-F34F-B036-C349E52C6879}" type="slidenum">
              <a:rPr lang="de-DE" smtClean="0"/>
              <a:pPr/>
              <a:t>‹#›</a:t>
            </a:fld>
            <a:endParaRPr lang="de-DE" dirty="0"/>
          </a:p>
        </p:txBody>
      </p:sp>
      <p:sp>
        <p:nvSpPr>
          <p:cNvPr id="14" name="Bildplatzhalter 7"/>
          <p:cNvSpPr>
            <a:spLocks noGrp="1"/>
          </p:cNvSpPr>
          <p:nvPr>
            <p:ph type="pic" sz="quarter" idx="14"/>
          </p:nvPr>
        </p:nvSpPr>
        <p:spPr>
          <a:xfrm>
            <a:off x="360363" y="1716088"/>
            <a:ext cx="3186112" cy="2169525"/>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5" name="Textplatzhalter 8"/>
          <p:cNvSpPr>
            <a:spLocks noGrp="1"/>
          </p:cNvSpPr>
          <p:nvPr>
            <p:ph type="body" sz="quarter" idx="17" hasCustomPrompt="1"/>
          </p:nvPr>
        </p:nvSpPr>
        <p:spPr>
          <a:xfrm>
            <a:off x="360000" y="4069100"/>
            <a:ext cx="3186000" cy="2700000"/>
          </a:xfrm>
          <a:prstGeom prst="rect">
            <a:avLst/>
          </a:prstGeom>
        </p:spPr>
        <p:txBody>
          <a:bodyPr>
            <a:normAutofit/>
          </a:bodyPr>
          <a:lstStyle>
            <a:lvl1pPr>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defRPr sz="1500">
                <a:latin typeface="현대산스 Text" panose="020B0600000101010101" pitchFamily="50" charset="-127"/>
                <a:ea typeface="현대산스 Text" panose="020B0600000101010101" pitchFamily="50" charset="-127"/>
              </a:defRPr>
            </a:lvl3pPr>
            <a:lvl4pPr marL="176400" indent="-176400">
              <a:defRPr sz="1500">
                <a:latin typeface="현대산스 Text" panose="020B0600000101010101" pitchFamily="50" charset="-127"/>
                <a:ea typeface="현대산스 Text" panose="020B0600000101010101" pitchFamily="50" charset="-127"/>
              </a:defRPr>
            </a:lvl4pPr>
            <a:lvl5pPr marL="176400" indent="-176400">
              <a:defRPr sz="1500">
                <a:latin typeface="현대산스 Text" panose="020B0600000101010101" pitchFamily="50" charset="-127"/>
                <a:ea typeface="현대산스 Text" panose="020B0600000101010101" pitchFamily="50" charset="-127"/>
              </a:defRPr>
            </a:lvl5pPr>
          </a:lstStyle>
          <a:p>
            <a:pPr lvl="0"/>
            <a:r>
              <a:rPr lang="ko-KR" altLang="en-US" noProof="0" dirty="0"/>
              <a:t>소제목 </a:t>
            </a:r>
            <a:r>
              <a:rPr lang="en-US" altLang="ko-KR" noProof="0" dirty="0"/>
              <a:t>15pt</a:t>
            </a:r>
            <a:endParaRPr lang="en-US"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16" name="Bildplatzhalter 7"/>
          <p:cNvSpPr>
            <a:spLocks noGrp="1"/>
          </p:cNvSpPr>
          <p:nvPr>
            <p:ph type="pic" sz="quarter" idx="20"/>
          </p:nvPr>
        </p:nvSpPr>
        <p:spPr>
          <a:xfrm>
            <a:off x="3756023" y="1716088"/>
            <a:ext cx="3186000" cy="2169525"/>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7" name="Bildplatzhalter 7"/>
          <p:cNvSpPr>
            <a:spLocks noGrp="1"/>
          </p:cNvSpPr>
          <p:nvPr>
            <p:ph type="pic" sz="quarter" idx="21"/>
          </p:nvPr>
        </p:nvSpPr>
        <p:spPr>
          <a:xfrm>
            <a:off x="7146925" y="1716088"/>
            <a:ext cx="3186113" cy="2169525"/>
          </a:xfrm>
          <a:prstGeom prst="rect">
            <a:avLst/>
          </a:prstGeom>
          <a:noFill/>
        </p:spPr>
        <p:txBody>
          <a:bodyPr>
            <a:normAutofit/>
          </a:bodyPr>
          <a:lstStyle>
            <a:lvl1pPr>
              <a:defRPr sz="800" b="0">
                <a:latin typeface="현대산스 Head" panose="020B0600000101010101" pitchFamily="50" charset="-127"/>
              </a:defRPr>
            </a:lvl1pPr>
          </a:lstStyle>
          <a:p>
            <a:r>
              <a:rPr lang="ko-KR" altLang="en-US" dirty="0"/>
              <a:t>그림을 추가하려면 아이콘을 클릭하십시오</a:t>
            </a:r>
            <a:endParaRPr lang="de-DE" dirty="0"/>
          </a:p>
        </p:txBody>
      </p:sp>
      <p:sp>
        <p:nvSpPr>
          <p:cNvPr id="18" name="Textplatzhalter 8"/>
          <p:cNvSpPr>
            <a:spLocks noGrp="1"/>
          </p:cNvSpPr>
          <p:nvPr>
            <p:ph type="body" sz="quarter" idx="22" hasCustomPrompt="1"/>
          </p:nvPr>
        </p:nvSpPr>
        <p:spPr>
          <a:xfrm>
            <a:off x="3756025" y="4071268"/>
            <a:ext cx="3186000" cy="2697831"/>
          </a:xfrm>
          <a:prstGeom prst="rect">
            <a:avLst/>
          </a:prstGeom>
        </p:spPr>
        <p:txBody>
          <a:bodyPr>
            <a:normAutofit/>
          </a:bodyPr>
          <a:lstStyle>
            <a:lvl1pPr>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defRPr sz="1500">
                <a:latin typeface="현대산스 Text" panose="020B0600000101010101" pitchFamily="50" charset="-127"/>
                <a:ea typeface="현대산스 Text" panose="020B0600000101010101" pitchFamily="50" charset="-127"/>
              </a:defRPr>
            </a:lvl3pPr>
            <a:lvl4pPr marL="176400" indent="-176400">
              <a:defRPr sz="1500">
                <a:latin typeface="현대산스 Text" panose="020B0600000101010101" pitchFamily="50" charset="-127"/>
                <a:ea typeface="현대산스 Text" panose="020B0600000101010101" pitchFamily="50" charset="-127"/>
              </a:defRPr>
            </a:lvl4pPr>
            <a:lvl5pPr marL="176400" indent="-176400">
              <a:defRPr sz="1500">
                <a:latin typeface="현대산스 Text" panose="020B0600000101010101" pitchFamily="50" charset="-127"/>
                <a:ea typeface="현대산스 Text" panose="020B0600000101010101" pitchFamily="50" charset="-127"/>
              </a:defRPr>
            </a:lvl5pPr>
          </a:lstStyle>
          <a:p>
            <a:pPr lvl="0"/>
            <a:r>
              <a:rPr lang="ko-KR" altLang="en-US" noProof="0" dirty="0"/>
              <a:t>소제목 </a:t>
            </a:r>
            <a:r>
              <a:rPr lang="en-US" altLang="ko-KR" noProof="0" dirty="0"/>
              <a:t>15pt</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19" name="Textplatzhalter 8"/>
          <p:cNvSpPr>
            <a:spLocks noGrp="1"/>
          </p:cNvSpPr>
          <p:nvPr>
            <p:ph type="body" sz="quarter" idx="23" hasCustomPrompt="1"/>
          </p:nvPr>
        </p:nvSpPr>
        <p:spPr>
          <a:xfrm>
            <a:off x="7146924" y="4065043"/>
            <a:ext cx="3186000" cy="2704055"/>
          </a:xfrm>
          <a:prstGeom prst="rect">
            <a:avLst/>
          </a:prstGeom>
        </p:spPr>
        <p:txBody>
          <a:bodyPr>
            <a:normAutofit/>
          </a:bodyPr>
          <a:lstStyle>
            <a:lvl1pPr>
              <a:defRPr sz="1500"/>
            </a:lvl1pPr>
            <a:lvl2pPr marL="176400" marR="0" indent="-176400" algn="l" defTabSz="521436" rtl="0" eaLnBrk="1" fontAlgn="auto" latinLnBrk="1" hangingPunct="1">
              <a:lnSpc>
                <a:spcPct val="100000"/>
              </a:lnSpc>
              <a:spcBef>
                <a:spcPct val="20000"/>
              </a:spcBef>
              <a:spcAft>
                <a:spcPts val="0"/>
              </a:spcAft>
              <a:buClrTx/>
              <a:buSzTx/>
              <a:buFont typeface="Arial"/>
              <a:buChar char="•"/>
              <a:tabLst/>
              <a:defRPr sz="1500">
                <a:latin typeface="+mn-ea"/>
                <a:ea typeface="+mn-ea"/>
              </a:defRPr>
            </a:lvl2pPr>
            <a:lvl3pPr marL="176400" indent="-176400">
              <a:defRPr sz="1500">
                <a:latin typeface="현대산스 Text" panose="020B0600000101010101" pitchFamily="50" charset="-127"/>
                <a:ea typeface="현대산스 Text" panose="020B0600000101010101" pitchFamily="50" charset="-127"/>
              </a:defRPr>
            </a:lvl3pPr>
            <a:lvl4pPr marL="176400" indent="-176400">
              <a:defRPr sz="1500">
                <a:latin typeface="현대산스 Text" panose="020B0600000101010101" pitchFamily="50" charset="-127"/>
                <a:ea typeface="현대산스 Text" panose="020B0600000101010101" pitchFamily="50" charset="-127"/>
              </a:defRPr>
            </a:lvl4pPr>
            <a:lvl5pPr marL="176400" indent="-176400">
              <a:defRPr sz="1500">
                <a:latin typeface="현대산스 Text" panose="020B0600000101010101" pitchFamily="50" charset="-127"/>
                <a:ea typeface="현대산스 Text" panose="020B0600000101010101" pitchFamily="50" charset="-127"/>
              </a:defRPr>
            </a:lvl5pPr>
          </a:lstStyle>
          <a:p>
            <a:pPr lvl="0"/>
            <a:r>
              <a:rPr lang="ko-KR" altLang="en-US" noProof="0" dirty="0"/>
              <a:t>소제목 </a:t>
            </a:r>
            <a:r>
              <a:rPr lang="en-US" altLang="ko-KR" noProof="0" dirty="0"/>
              <a:t>15pt</a:t>
            </a:r>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 </a:t>
            </a:r>
            <a:endParaRPr lang="en-US" altLang="ko-KR" noProof="0" dirty="0"/>
          </a:p>
          <a:p>
            <a:pPr marL="176400" marR="0" lvl="1" indent="-176400" algn="l" defTabSz="521436" rtl="0" eaLnBrk="1" fontAlgn="auto" latinLnBrk="1" hangingPunct="1">
              <a:lnSpc>
                <a:spcPct val="100000"/>
              </a:lnSpc>
              <a:spcBef>
                <a:spcPct val="20000"/>
              </a:spcBef>
              <a:spcAft>
                <a:spcPts val="0"/>
              </a:spcAft>
              <a:buClrTx/>
              <a:buSzTx/>
              <a:buFont typeface="Arial"/>
              <a:buChar char="•"/>
              <a:tabLst/>
              <a:defRPr/>
            </a:pPr>
            <a:r>
              <a:rPr lang="ko-KR" altLang="en-US" noProof="0" dirty="0"/>
              <a:t>본문</a:t>
            </a:r>
            <a:endParaRPr lang="en-US" altLang="ko-KR" noProof="0" dirty="0"/>
          </a:p>
        </p:txBody>
      </p:sp>
      <p:sp>
        <p:nvSpPr>
          <p:cNvPr id="20" name="Textplatzhalter 19"/>
          <p:cNvSpPr>
            <a:spLocks noGrp="1"/>
          </p:cNvSpPr>
          <p:nvPr>
            <p:ph type="body" sz="quarter" idx="28" hasCustomPrompt="1"/>
          </p:nvPr>
        </p:nvSpPr>
        <p:spPr>
          <a:xfrm>
            <a:off x="352800" y="754125"/>
            <a:ext cx="9972675" cy="600013"/>
          </a:xfrm>
        </p:spPr>
        <p:txBody>
          <a:bodyPr/>
          <a:lstStyle>
            <a:lvl1pPr marL="0" marR="0" indent="0" algn="l" defTabSz="521436" rtl="0" eaLnBrk="1" fontAlgn="auto" latinLnBrk="1" hangingPunct="1">
              <a:lnSpc>
                <a:spcPct val="100000"/>
              </a:lnSpc>
              <a:spcBef>
                <a:spcPct val="20000"/>
              </a:spcBef>
              <a:spcAft>
                <a:spcPts val="0"/>
              </a:spcAft>
              <a:buClrTx/>
              <a:buSzTx/>
              <a:buFontTx/>
              <a:buNone/>
              <a:tabLst/>
              <a:defRPr baseline="0">
                <a:latin typeface="+mn-ea"/>
                <a:ea typeface="+mn-ea"/>
              </a:defRPr>
            </a:lvl1pPr>
          </a:lstStyle>
          <a:p>
            <a:pPr marL="0" marR="0" lvl="0" indent="0" algn="l" defTabSz="521436" rtl="0" eaLnBrk="1" fontAlgn="auto" latinLnBrk="1" hangingPunct="1">
              <a:lnSpc>
                <a:spcPct val="100000"/>
              </a:lnSpc>
              <a:spcBef>
                <a:spcPct val="20000"/>
              </a:spcBef>
              <a:spcAft>
                <a:spcPts val="0"/>
              </a:spcAft>
              <a:buClrTx/>
              <a:buSzTx/>
              <a:buFontTx/>
              <a:buNone/>
              <a:tabLst/>
              <a:defRPr/>
            </a:pPr>
            <a:r>
              <a:rPr lang="ko-KR" altLang="en-US" dirty="0"/>
              <a:t>소제목 및 본문</a:t>
            </a:r>
            <a:endParaRPr lang="de-DE" altLang="ko-KR" dirty="0"/>
          </a:p>
          <a:p>
            <a:pPr lvl="0"/>
            <a:endParaRPr lang="de-DE" dirty="0"/>
          </a:p>
        </p:txBody>
      </p:sp>
      <p:sp>
        <p:nvSpPr>
          <p:cNvPr id="21"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lvl1pPr>
              <a:defRPr/>
            </a:lvl1pPr>
          </a:lstStyle>
          <a:p>
            <a:endParaRPr lang="en-US" noProof="0" dirty="0"/>
          </a:p>
        </p:txBody>
      </p:sp>
    </p:spTree>
    <p:extLst>
      <p:ext uri="{BB962C8B-B14F-4D97-AF65-F5344CB8AC3E}">
        <p14:creationId xmlns:p14="http://schemas.microsoft.com/office/powerpoint/2010/main" val="1272503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6" name="Gerade Verbindung 15"/>
          <p:cNvCxnSpPr/>
          <p:nvPr/>
        </p:nvCxnSpPr>
        <p:spPr>
          <a:xfrm flipV="1">
            <a:off x="358775" y="660718"/>
            <a:ext cx="9972000" cy="856"/>
          </a:xfrm>
          <a:prstGeom prst="line">
            <a:avLst/>
          </a:prstGeom>
          <a:ln w="6350"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0" name="Textplatzhalter 2"/>
          <p:cNvSpPr>
            <a:spLocks noGrp="1"/>
          </p:cNvSpPr>
          <p:nvPr>
            <p:ph type="body" idx="1"/>
          </p:nvPr>
        </p:nvSpPr>
        <p:spPr>
          <a:xfrm>
            <a:off x="360000" y="1728000"/>
            <a:ext cx="9972000" cy="5040000"/>
          </a:xfrm>
          <a:prstGeom prst="rect">
            <a:avLst/>
          </a:prstGeom>
        </p:spPr>
        <p:txBody>
          <a:bodyPr vert="horz" lIns="0" tIns="0" rIns="0" bIns="0" rtlCol="0">
            <a:noAutofit/>
          </a:bodyPr>
          <a:lstStyle/>
          <a:p>
            <a:pPr lvl="0"/>
            <a:r>
              <a:rPr lang="ko-KR" altLang="en-US" noProof="0" dirty="0"/>
              <a:t>소제목</a:t>
            </a:r>
            <a:r>
              <a:rPr lang="en-US" noProof="0" dirty="0"/>
              <a:t> </a:t>
            </a:r>
            <a:r>
              <a:rPr lang="ko-KR" altLang="en-US" noProof="0" dirty="0"/>
              <a:t> </a:t>
            </a:r>
            <a:endParaRPr lang="en-US" noProof="0" dirty="0"/>
          </a:p>
          <a:p>
            <a:pPr lvl="2"/>
            <a:r>
              <a:rPr lang="ko-KR" altLang="en-US" noProof="0" dirty="0"/>
              <a:t>본문</a:t>
            </a:r>
            <a:endParaRPr lang="en-US" altLang="ko-KR" noProof="0" dirty="0"/>
          </a:p>
          <a:p>
            <a:pPr lvl="2"/>
            <a:r>
              <a:rPr lang="ko-KR" altLang="en-US" noProof="0" dirty="0"/>
              <a:t>본문 </a:t>
            </a:r>
            <a:endParaRPr lang="en-US" altLang="ko-KR" noProof="0" dirty="0"/>
          </a:p>
          <a:p>
            <a:pPr lvl="2"/>
            <a:r>
              <a:rPr lang="ko-KR" altLang="en-US" noProof="0" dirty="0"/>
              <a:t>본문 </a:t>
            </a:r>
            <a:endParaRPr lang="en-US" altLang="ko-KR" noProof="0" dirty="0"/>
          </a:p>
          <a:p>
            <a:pPr lvl="2"/>
            <a:r>
              <a:rPr lang="ko-KR" altLang="en-US" noProof="0" dirty="0"/>
              <a:t>본문</a:t>
            </a:r>
            <a:endParaRPr lang="en-US" noProof="0" dirty="0"/>
          </a:p>
        </p:txBody>
      </p:sp>
      <p:sp>
        <p:nvSpPr>
          <p:cNvPr id="24" name="Titelplatzhalter 1"/>
          <p:cNvSpPr>
            <a:spLocks noGrp="1"/>
          </p:cNvSpPr>
          <p:nvPr>
            <p:ph type="title"/>
          </p:nvPr>
        </p:nvSpPr>
        <p:spPr>
          <a:xfrm>
            <a:off x="352800" y="238680"/>
            <a:ext cx="9972000" cy="306000"/>
          </a:xfrm>
          <a:prstGeom prst="rect">
            <a:avLst/>
          </a:prstGeom>
        </p:spPr>
        <p:txBody>
          <a:bodyPr vert="horz" lIns="0" tIns="0" rIns="0" bIns="0" rtlCol="0" anchor="t">
            <a:noAutofit/>
          </a:bodyPr>
          <a:lstStyle/>
          <a:p>
            <a:r>
              <a:rPr lang="ko-KR" altLang="en-US" noProof="0" dirty="0"/>
              <a:t>제목</a:t>
            </a:r>
            <a:r>
              <a:rPr lang="en-US" altLang="ko-KR" noProof="0" dirty="0"/>
              <a:t> </a:t>
            </a:r>
            <a:endParaRPr lang="en-US" noProof="0" dirty="0"/>
          </a:p>
        </p:txBody>
      </p:sp>
      <p:cxnSp>
        <p:nvCxnSpPr>
          <p:cNvPr id="9" name="Gerade Verbindung 13">
            <a:extLst>
              <a:ext uri="{FF2B5EF4-FFF2-40B4-BE49-F238E27FC236}">
                <a16:creationId xmlns:a16="http://schemas.microsoft.com/office/drawing/2014/main" id="{95E24340-C596-4805-9C5E-9CB861835228}"/>
              </a:ext>
            </a:extLst>
          </p:cNvPr>
          <p:cNvCxnSpPr/>
          <p:nvPr userDrawn="1"/>
        </p:nvCxnSpPr>
        <p:spPr>
          <a:xfrm flipV="1">
            <a:off x="358775" y="7083907"/>
            <a:ext cx="9972000" cy="2907"/>
          </a:xfrm>
          <a:prstGeom prst="line">
            <a:avLst/>
          </a:prstGeom>
          <a:ln w="6350"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1" name="Bild 18" descr="Hyundai_Logo.png">
            <a:extLst>
              <a:ext uri="{FF2B5EF4-FFF2-40B4-BE49-F238E27FC236}">
                <a16:creationId xmlns:a16="http://schemas.microsoft.com/office/drawing/2014/main" id="{F7C73F0F-9CC2-4B60-9E60-954A0181C4EE}"/>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891333" y="7138763"/>
            <a:ext cx="1435018" cy="198735"/>
          </a:xfrm>
          <a:prstGeom prst="rect">
            <a:avLst/>
          </a:prstGeom>
        </p:spPr>
      </p:pic>
    </p:spTree>
    <p:extLst>
      <p:ext uri="{BB962C8B-B14F-4D97-AF65-F5344CB8AC3E}">
        <p14:creationId xmlns:p14="http://schemas.microsoft.com/office/powerpoint/2010/main" val="1681902089"/>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73" r:id="rId3"/>
    <p:sldLayoutId id="2147483651" r:id="rId4"/>
    <p:sldLayoutId id="2147483650" r:id="rId5"/>
    <p:sldLayoutId id="2147483652" r:id="rId6"/>
    <p:sldLayoutId id="2147483661" r:id="rId7"/>
    <p:sldLayoutId id="2147483663" r:id="rId8"/>
    <p:sldLayoutId id="2147483664" r:id="rId9"/>
    <p:sldLayoutId id="2147483665" r:id="rId10"/>
    <p:sldLayoutId id="2147483667" r:id="rId11"/>
    <p:sldLayoutId id="2147483674" r:id="rId12"/>
  </p:sldLayoutIdLst>
  <p:hf hdr="0"/>
  <p:txStyles>
    <p:titleStyle>
      <a:lvl1pPr algn="l" defTabSz="521436" rtl="0" eaLnBrk="1" latinLnBrk="1" hangingPunct="1">
        <a:spcBef>
          <a:spcPct val="0"/>
        </a:spcBef>
        <a:buNone/>
        <a:defRPr sz="2400" b="0" i="0" kern="400" baseline="0">
          <a:solidFill>
            <a:schemeClr val="tx1"/>
          </a:solidFill>
          <a:latin typeface="+mj-ea"/>
          <a:ea typeface="+mj-ea"/>
          <a:cs typeface="현대산스 Head Medium" panose="020B0600000101010101" pitchFamily="50" charset="-127"/>
        </a:defRPr>
      </a:lvl1pPr>
    </p:titleStyle>
    <p:bodyStyle>
      <a:lvl1pPr marL="0" indent="0" algn="l" defTabSz="521436" rtl="0" eaLnBrk="1" latinLnBrk="1" hangingPunct="1">
        <a:spcBef>
          <a:spcPct val="20000"/>
        </a:spcBef>
        <a:buFontTx/>
        <a:buNone/>
        <a:defRPr sz="2000" b="0" i="0" kern="400" baseline="0">
          <a:solidFill>
            <a:schemeClr val="tx1"/>
          </a:solidFill>
          <a:latin typeface="+mj-ea"/>
          <a:ea typeface="+mj-ea"/>
          <a:cs typeface="HyundaiSans Head KR OTF Medium" pitchFamily="34" charset="-127"/>
        </a:defRPr>
      </a:lvl1pPr>
      <a:lvl2pPr marL="284400" indent="-284400" algn="l" defTabSz="521436" rtl="0" eaLnBrk="1" latinLnBrk="1" hangingPunct="1">
        <a:spcBef>
          <a:spcPct val="20000"/>
        </a:spcBef>
        <a:buFont typeface="Arial"/>
        <a:buChar char="•"/>
        <a:defRPr sz="2000" b="0" i="0" kern="400" baseline="0">
          <a:solidFill>
            <a:schemeClr val="tx1"/>
          </a:solidFill>
          <a:latin typeface="현대산스 Text" panose="020B0600000101010101" pitchFamily="50" charset="-127"/>
          <a:ea typeface="현대산스 Text" panose="020B0600000101010101" pitchFamily="50" charset="-127"/>
          <a:cs typeface="현대산스 Text" panose="020B0600000101010101" pitchFamily="50" charset="-127"/>
        </a:defRPr>
      </a:lvl2pPr>
      <a:lvl3pPr marL="284400" indent="-284400" algn="l" defTabSz="521436" rtl="0" eaLnBrk="1" latinLnBrk="1" hangingPunct="1">
        <a:spcBef>
          <a:spcPct val="20000"/>
        </a:spcBef>
        <a:buFont typeface="Arial" panose="020B0604020202020204" pitchFamily="34" charset="0"/>
        <a:buChar char="•"/>
        <a:defRPr sz="2000" b="0" i="0" kern="400" baseline="0">
          <a:solidFill>
            <a:schemeClr val="tx1"/>
          </a:solidFill>
          <a:latin typeface="+mn-ea"/>
          <a:ea typeface="+mn-ea"/>
          <a:cs typeface="현대산스 Head" panose="020B0600000101010101" pitchFamily="50" charset="-127"/>
        </a:defRPr>
      </a:lvl3pPr>
      <a:lvl4pPr marL="284400" indent="-284400" algn="l" defTabSz="521436" rtl="0" eaLnBrk="1" latinLnBrk="1" hangingPunct="1">
        <a:spcBef>
          <a:spcPct val="20000"/>
        </a:spcBef>
        <a:buFont typeface="Arial"/>
        <a:buChar char="•"/>
        <a:defRPr sz="2000" b="0" i="0" kern="400" baseline="0">
          <a:solidFill>
            <a:schemeClr val="tx1"/>
          </a:solidFill>
          <a:latin typeface="현대산스 Text" panose="020B0600000101010101" pitchFamily="50" charset="-127"/>
          <a:ea typeface="현대산스 Text" panose="020B0600000101010101" pitchFamily="50" charset="-127"/>
          <a:cs typeface="현대산스 Text" panose="020B0600000101010101" pitchFamily="50" charset="-127"/>
        </a:defRPr>
      </a:lvl4pPr>
      <a:lvl5pPr marL="284400" indent="-284400" algn="l" defTabSz="521436" rtl="0" eaLnBrk="1" latinLnBrk="1" hangingPunct="1">
        <a:spcBef>
          <a:spcPct val="20000"/>
        </a:spcBef>
        <a:buFont typeface="Arial"/>
        <a:buChar char="•"/>
        <a:defRPr sz="2000" b="0" i="0" kern="400" baseline="0">
          <a:solidFill>
            <a:schemeClr val="tx1"/>
          </a:solidFill>
          <a:latin typeface="현대산스 Text" panose="020B0600000101010101" pitchFamily="50" charset="-127"/>
          <a:ea typeface="현대산스 Text" panose="020B0600000101010101" pitchFamily="50" charset="-127"/>
          <a:cs typeface="현대산스 Text" panose="020B0600000101010101" pitchFamily="50" charset="-127"/>
        </a:defRPr>
      </a:lvl5pPr>
      <a:lvl6pPr marL="2867898" indent="-260718" algn="l" defTabSz="521436" rtl="0" eaLnBrk="1" latinLnBrk="1" hangingPunct="1">
        <a:spcBef>
          <a:spcPct val="20000"/>
        </a:spcBef>
        <a:buFont typeface="Arial"/>
        <a:buChar char="•"/>
        <a:defRPr sz="2300" kern="1200">
          <a:solidFill>
            <a:schemeClr val="tx1"/>
          </a:solidFill>
          <a:latin typeface="+mn-lt"/>
          <a:ea typeface="+mn-ea"/>
          <a:cs typeface="+mn-cs"/>
        </a:defRPr>
      </a:lvl6pPr>
      <a:lvl7pPr marL="3389333" indent="-260718" algn="l" defTabSz="521436" rtl="0" eaLnBrk="1" latinLnBrk="1" hangingPunct="1">
        <a:spcBef>
          <a:spcPct val="20000"/>
        </a:spcBef>
        <a:buFont typeface="Arial"/>
        <a:buChar char="•"/>
        <a:defRPr sz="2300" kern="1200">
          <a:solidFill>
            <a:schemeClr val="tx1"/>
          </a:solidFill>
          <a:latin typeface="+mn-lt"/>
          <a:ea typeface="+mn-ea"/>
          <a:cs typeface="+mn-cs"/>
        </a:defRPr>
      </a:lvl7pPr>
      <a:lvl8pPr marL="3910770" indent="-260718" algn="l" defTabSz="521436" rtl="0" eaLnBrk="1" latinLnBrk="1" hangingPunct="1">
        <a:spcBef>
          <a:spcPct val="20000"/>
        </a:spcBef>
        <a:buFont typeface="Arial"/>
        <a:buChar char="•"/>
        <a:defRPr sz="2300" kern="1200">
          <a:solidFill>
            <a:schemeClr val="tx1"/>
          </a:solidFill>
          <a:latin typeface="+mn-lt"/>
          <a:ea typeface="+mn-ea"/>
          <a:cs typeface="+mn-cs"/>
        </a:defRPr>
      </a:lvl8pPr>
      <a:lvl9pPr marL="4432206" indent="-260718" algn="l" defTabSz="521436" rtl="0" eaLnBrk="1" latinLnBrk="1" hangingPunct="1">
        <a:spcBef>
          <a:spcPct val="20000"/>
        </a:spcBef>
        <a:buFont typeface="Arial"/>
        <a:buChar char="•"/>
        <a:defRPr sz="2300" kern="1200">
          <a:solidFill>
            <a:schemeClr val="tx1"/>
          </a:solidFill>
          <a:latin typeface="+mn-lt"/>
          <a:ea typeface="+mn-ea"/>
          <a:cs typeface="+mn-cs"/>
        </a:defRPr>
      </a:lvl9pPr>
    </p:bodyStyle>
    <p:otherStyle>
      <a:defPPr>
        <a:defRPr lang="de-DE"/>
      </a:defPPr>
      <a:lvl1pPr marL="0" algn="l" defTabSz="521436" rtl="0" eaLnBrk="1" latinLnBrk="1" hangingPunct="1">
        <a:defRPr sz="2100" kern="1200">
          <a:solidFill>
            <a:schemeClr val="tx1"/>
          </a:solidFill>
          <a:latin typeface="+mn-lt"/>
          <a:ea typeface="+mn-ea"/>
          <a:cs typeface="+mn-cs"/>
        </a:defRPr>
      </a:lvl1pPr>
      <a:lvl2pPr marL="521436" algn="l" defTabSz="521436" rtl="0" eaLnBrk="1" latinLnBrk="1" hangingPunct="1">
        <a:defRPr sz="2100" kern="1200">
          <a:solidFill>
            <a:schemeClr val="tx1"/>
          </a:solidFill>
          <a:latin typeface="+mn-lt"/>
          <a:ea typeface="+mn-ea"/>
          <a:cs typeface="+mn-cs"/>
        </a:defRPr>
      </a:lvl2pPr>
      <a:lvl3pPr marL="1042872" algn="l" defTabSz="521436" rtl="0" eaLnBrk="1" latinLnBrk="1" hangingPunct="1">
        <a:defRPr sz="2100" kern="1200">
          <a:solidFill>
            <a:schemeClr val="tx1"/>
          </a:solidFill>
          <a:latin typeface="+mn-lt"/>
          <a:ea typeface="+mn-ea"/>
          <a:cs typeface="+mn-cs"/>
        </a:defRPr>
      </a:lvl3pPr>
      <a:lvl4pPr marL="1564308" algn="l" defTabSz="521436" rtl="0" eaLnBrk="1" latinLnBrk="1" hangingPunct="1">
        <a:defRPr sz="2100" kern="1200">
          <a:solidFill>
            <a:schemeClr val="tx1"/>
          </a:solidFill>
          <a:latin typeface="+mn-lt"/>
          <a:ea typeface="+mn-ea"/>
          <a:cs typeface="+mn-cs"/>
        </a:defRPr>
      </a:lvl4pPr>
      <a:lvl5pPr marL="2085744" algn="l" defTabSz="521436" rtl="0" eaLnBrk="1" latinLnBrk="1" hangingPunct="1">
        <a:defRPr sz="2100" kern="1200">
          <a:solidFill>
            <a:schemeClr val="tx1"/>
          </a:solidFill>
          <a:latin typeface="+mn-lt"/>
          <a:ea typeface="+mn-ea"/>
          <a:cs typeface="+mn-cs"/>
        </a:defRPr>
      </a:lvl5pPr>
      <a:lvl6pPr marL="2607179" algn="l" defTabSz="521436" rtl="0" eaLnBrk="1" latinLnBrk="1" hangingPunct="1">
        <a:defRPr sz="2100" kern="1200">
          <a:solidFill>
            <a:schemeClr val="tx1"/>
          </a:solidFill>
          <a:latin typeface="+mn-lt"/>
          <a:ea typeface="+mn-ea"/>
          <a:cs typeface="+mn-cs"/>
        </a:defRPr>
      </a:lvl6pPr>
      <a:lvl7pPr marL="3128616" algn="l" defTabSz="521436" rtl="0" eaLnBrk="1" latinLnBrk="1" hangingPunct="1">
        <a:defRPr sz="2100" kern="1200">
          <a:solidFill>
            <a:schemeClr val="tx1"/>
          </a:solidFill>
          <a:latin typeface="+mn-lt"/>
          <a:ea typeface="+mn-ea"/>
          <a:cs typeface="+mn-cs"/>
        </a:defRPr>
      </a:lvl7pPr>
      <a:lvl8pPr marL="3650052" algn="l" defTabSz="521436" rtl="0" eaLnBrk="1" latinLnBrk="1" hangingPunct="1">
        <a:defRPr sz="2100" kern="1200">
          <a:solidFill>
            <a:schemeClr val="tx1"/>
          </a:solidFill>
          <a:latin typeface="+mn-lt"/>
          <a:ea typeface="+mn-ea"/>
          <a:cs typeface="+mn-cs"/>
        </a:defRPr>
      </a:lvl8pPr>
      <a:lvl9pPr marL="4171487" algn="l" defTabSz="521436" rtl="0" eaLnBrk="1" latinLnBrk="1"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5F6DE62F-FEC7-42DC-9F25-3EF469CA69E9}"/>
              </a:ext>
            </a:extLst>
          </p:cNvPr>
          <p:cNvSpPr/>
          <p:nvPr/>
        </p:nvSpPr>
        <p:spPr>
          <a:xfrm>
            <a:off x="6387424" y="1985749"/>
            <a:ext cx="556301" cy="166901"/>
          </a:xfrm>
          <a:prstGeom prst="rect">
            <a:avLst/>
          </a:prstGeom>
          <a:solidFill>
            <a:schemeClr val="bg1">
              <a:lumMod val="85000"/>
            </a:schemeClr>
          </a:solidFill>
        </p:spPr>
        <p:txBody>
          <a:bodyPr wrap="none" lIns="0" tIns="0" rIns="0" bIns="0" rtlCol="0" anchor="ctr">
            <a:noAutofit/>
          </a:bodyPr>
          <a:lstStyle/>
          <a:p>
            <a:pPr algn="ctr"/>
            <a:endParaRPr lang="ko-KR" altLang="en-US" b="1" dirty="0">
              <a:latin typeface="Hyundai Sans Head"/>
              <a:cs typeface="Hyundai Sans Head"/>
            </a:endParaRPr>
          </a:p>
        </p:txBody>
      </p:sp>
      <p:graphicFrame>
        <p:nvGraphicFramePr>
          <p:cNvPr id="17" name="차트 16">
            <a:extLst>
              <a:ext uri="{FF2B5EF4-FFF2-40B4-BE49-F238E27FC236}">
                <a16:creationId xmlns:a16="http://schemas.microsoft.com/office/drawing/2014/main" id="{8182B173-037A-49BF-8C9E-D271DFB19817}"/>
              </a:ext>
            </a:extLst>
          </p:cNvPr>
          <p:cNvGraphicFramePr/>
          <p:nvPr>
            <p:extLst>
              <p:ext uri="{D42A27DB-BD31-4B8C-83A1-F6EECF244321}">
                <p14:modId xmlns:p14="http://schemas.microsoft.com/office/powerpoint/2010/main" val="2924652244"/>
              </p:ext>
            </p:extLst>
          </p:nvPr>
        </p:nvGraphicFramePr>
        <p:xfrm>
          <a:off x="6320749" y="1789468"/>
          <a:ext cx="3669242" cy="1930195"/>
        </p:xfrm>
        <a:graphic>
          <a:graphicData uri="http://schemas.openxmlformats.org/drawingml/2006/chart">
            <c:chart xmlns:c="http://schemas.openxmlformats.org/drawingml/2006/chart" xmlns:r="http://schemas.openxmlformats.org/officeDocument/2006/relationships" r:id="rId2"/>
          </a:graphicData>
        </a:graphic>
      </p:graphicFrame>
      <p:sp>
        <p:nvSpPr>
          <p:cNvPr id="20" name="직사각형 19">
            <a:extLst>
              <a:ext uri="{FF2B5EF4-FFF2-40B4-BE49-F238E27FC236}">
                <a16:creationId xmlns:a16="http://schemas.microsoft.com/office/drawing/2014/main" id="{47722B18-473B-4F3D-9180-5175C295AFB1}"/>
              </a:ext>
            </a:extLst>
          </p:cNvPr>
          <p:cNvSpPr/>
          <p:nvPr/>
        </p:nvSpPr>
        <p:spPr>
          <a:xfrm>
            <a:off x="1353374" y="1525050"/>
            <a:ext cx="8808042" cy="2244928"/>
          </a:xfrm>
          <a:prstGeom prst="rect">
            <a:avLst/>
          </a:prstGeom>
          <a:noFill/>
          <a:ln w="3175">
            <a:solidFill>
              <a:schemeClr val="bg1">
                <a:lumMod val="50000"/>
              </a:schemeClr>
            </a:solidFill>
          </a:ln>
        </p:spPr>
        <p:txBody>
          <a:bodyPr wrap="none" lIns="0" tIns="0" rIns="0" bIns="0" rtlCol="0" anchor="ctr">
            <a:noAutofit/>
          </a:bodyPr>
          <a:lstStyle/>
          <a:p>
            <a:pPr algn="ctr"/>
            <a:endParaRPr lang="ko-KR" altLang="en-US" sz="2000" b="1" dirty="0">
              <a:solidFill>
                <a:prstClr val="black"/>
              </a:solidFill>
              <a:latin typeface="현대하모니 L" panose="02020603020101020101" pitchFamily="18" charset="-127"/>
              <a:ea typeface="현대하모니 L" panose="02020603020101020101" pitchFamily="18" charset="-127"/>
              <a:cs typeface="Hyundai Sans Head"/>
            </a:endParaRPr>
          </a:p>
        </p:txBody>
      </p:sp>
      <p:sp>
        <p:nvSpPr>
          <p:cNvPr id="21" name="직사각형 20">
            <a:extLst>
              <a:ext uri="{FF2B5EF4-FFF2-40B4-BE49-F238E27FC236}">
                <a16:creationId xmlns:a16="http://schemas.microsoft.com/office/drawing/2014/main" id="{661D6C76-C965-4928-9961-5EDA7AFE7DA9}"/>
              </a:ext>
            </a:extLst>
          </p:cNvPr>
          <p:cNvSpPr/>
          <p:nvPr/>
        </p:nvSpPr>
        <p:spPr>
          <a:xfrm>
            <a:off x="492843" y="1525049"/>
            <a:ext cx="752190" cy="2244928"/>
          </a:xfrm>
          <a:prstGeom prst="rect">
            <a:avLst/>
          </a:prstGeom>
          <a:solidFill>
            <a:srgbClr val="002060"/>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95" tIns="35995" rIns="35995" bIns="35995" rtlCol="0" anchor="ctr"/>
          <a:lstStyle/>
          <a:p>
            <a:pPr marL="0" marR="0" lvl="0" indent="0" algn="ctr" defTabSz="912388" rtl="0" eaLnBrk="1" fontAlgn="auto" latinLnBrk="1" hangingPunct="1">
              <a:lnSpc>
                <a:spcPct val="100000"/>
              </a:lnSpc>
              <a:spcBef>
                <a:spcPts val="0"/>
              </a:spcBef>
              <a:spcAft>
                <a:spcPts val="0"/>
              </a:spcAft>
              <a:buClrTx/>
              <a:buSzTx/>
              <a:buFontTx/>
              <a:buNone/>
              <a:tabLst/>
              <a:defRPr/>
            </a:pPr>
            <a:r>
              <a:rPr lang="ko-KR" altLang="en-US" sz="1400" b="1">
                <a:ln>
                  <a:solidFill>
                    <a:srgbClr val="4F81BD">
                      <a:lumMod val="75000"/>
                      <a:alpha val="0"/>
                    </a:srgbClr>
                  </a:solidFill>
                </a:ln>
                <a:solidFill>
                  <a:prstClr val="white"/>
                </a:solidFill>
                <a:latin typeface="현대하모니 M" panose="02020603020101020101" pitchFamily="18" charset="-127"/>
                <a:ea typeface="현대하모니 M" panose="02020603020101020101" pitchFamily="18" charset="-127"/>
                <a:cs typeface="Arial" pitchFamily="34" charset="0"/>
              </a:rPr>
              <a:t>여론</a:t>
            </a:r>
            <a:endParaRPr lang="en-US" altLang="ko-KR" sz="1400" b="1">
              <a:ln>
                <a:solidFill>
                  <a:srgbClr val="4F81BD">
                    <a:lumMod val="75000"/>
                    <a:alpha val="0"/>
                  </a:srgbClr>
                </a:solidFill>
              </a:ln>
              <a:solidFill>
                <a:prstClr val="white"/>
              </a:solidFill>
              <a:latin typeface="현대하모니 M" panose="02020603020101020101" pitchFamily="18" charset="-127"/>
              <a:ea typeface="현대하모니 M" panose="02020603020101020101" pitchFamily="18" charset="-127"/>
              <a:cs typeface="Arial" pitchFamily="34" charset="0"/>
            </a:endParaRPr>
          </a:p>
          <a:p>
            <a:pPr marL="0" marR="0" lvl="0" indent="0" algn="ctr" defTabSz="912388" rtl="0" eaLnBrk="1" fontAlgn="auto" latinLnBrk="1" hangingPunct="1">
              <a:lnSpc>
                <a:spcPct val="100000"/>
              </a:lnSpc>
              <a:spcBef>
                <a:spcPts val="0"/>
              </a:spcBef>
              <a:spcAft>
                <a:spcPts val="0"/>
              </a:spcAft>
              <a:buClrTx/>
              <a:buSzTx/>
              <a:buFontTx/>
              <a:buNone/>
              <a:tabLst/>
              <a:defRPr/>
            </a:pPr>
            <a:r>
              <a:rPr kumimoji="0" lang="ko-KR" altLang="en-US" sz="1400" b="1" i="0" u="none" strike="noStrike" kern="1200" cap="none" spc="0" normalizeH="0" baseline="0" noProof="0">
                <a:ln>
                  <a:solidFill>
                    <a:srgbClr val="4F81BD">
                      <a:lumMod val="75000"/>
                      <a:alpha val="0"/>
                    </a:srgbClr>
                  </a:solidFill>
                </a:ln>
                <a:solidFill>
                  <a:prstClr val="white"/>
                </a:solidFill>
                <a:effectLst/>
                <a:uLnTx/>
                <a:uFillTx/>
                <a:latin typeface="현대하모니 M" panose="02020603020101020101" pitchFamily="18" charset="-127"/>
                <a:ea typeface="현대하모니 M" panose="02020603020101020101" pitchFamily="18" charset="-127"/>
                <a:cs typeface="Arial" pitchFamily="34" charset="0"/>
              </a:rPr>
              <a:t>동향</a:t>
            </a:r>
            <a:endParaRPr kumimoji="0" lang="en-US" altLang="ko-KR" sz="1400" b="1" i="0" u="none" strike="noStrike" kern="1200" cap="none" spc="0" normalizeH="0" baseline="0" noProof="0">
              <a:ln>
                <a:solidFill>
                  <a:srgbClr val="4F81BD">
                    <a:lumMod val="75000"/>
                    <a:alpha val="0"/>
                  </a:srgbClr>
                </a:solidFill>
              </a:ln>
              <a:solidFill>
                <a:prstClr val="white"/>
              </a:solidFill>
              <a:effectLst/>
              <a:uLnTx/>
              <a:uFillTx/>
              <a:latin typeface="현대하모니 M" panose="02020603020101020101" pitchFamily="18" charset="-127"/>
              <a:ea typeface="현대하모니 M" panose="02020603020101020101" pitchFamily="18" charset="-127"/>
              <a:cs typeface="Arial" pitchFamily="34" charset="0"/>
            </a:endParaRPr>
          </a:p>
        </p:txBody>
      </p:sp>
      <p:sp>
        <p:nvSpPr>
          <p:cNvPr id="22" name="직사각형 21">
            <a:extLst>
              <a:ext uri="{FF2B5EF4-FFF2-40B4-BE49-F238E27FC236}">
                <a16:creationId xmlns:a16="http://schemas.microsoft.com/office/drawing/2014/main" id="{477CCB48-5DF6-4DD3-AC6D-47DA104A5648}"/>
              </a:ext>
            </a:extLst>
          </p:cNvPr>
          <p:cNvSpPr/>
          <p:nvPr/>
        </p:nvSpPr>
        <p:spPr>
          <a:xfrm>
            <a:off x="1481632" y="1614930"/>
            <a:ext cx="5810708" cy="35627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nchorCtr="0"/>
          <a:lstStyle/>
          <a:p>
            <a:pPr marL="85725" lvl="0" indent="-85725" defTabSz="912388" fontAlgn="base" latinLnBrk="1">
              <a:lnSpc>
                <a:spcPct val="150000"/>
              </a:lnSpc>
              <a:spcBef>
                <a:spcPct val="0"/>
              </a:spcBef>
              <a:spcAft>
                <a:spcPct val="0"/>
              </a:spcAft>
              <a:buFont typeface="Arial" panose="020B0604020202020204" pitchFamily="34" charset="0"/>
              <a:buChar char="•"/>
              <a:defRPr/>
            </a:pPr>
            <a:r>
              <a:rPr kumimoji="0" lang="ko-KR" altLang="en-US" sz="120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부정 여론</a:t>
            </a:r>
            <a:r>
              <a:rPr kumimoji="0" lang="en-US" altLang="ko-KR" sz="105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a:t>
            </a:r>
            <a:r>
              <a:rPr kumimoji="0" lang="ko-KR" altLang="en-US" sz="105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부정</a:t>
            </a:r>
            <a:r>
              <a:rPr kumimoji="0" lang="en-US" altLang="ko-KR" sz="105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a:t>
            </a:r>
            <a:r>
              <a:rPr kumimoji="0" lang="ko-KR" altLang="en-US" sz="105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단순비난</a:t>
            </a:r>
            <a:r>
              <a:rPr kumimoji="0" lang="en-US" altLang="ko-KR" sz="105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a:t>
            </a:r>
            <a:r>
              <a:rPr kumimoji="0" lang="ko-KR" altLang="en-US" sz="120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이 긍정</a:t>
            </a:r>
            <a:r>
              <a:rPr lang="ko-KR" altLang="en-US" sz="1200" spc="-50" dirty="0">
                <a:ln>
                  <a:solidFill>
                    <a:srgbClr val="4F81BD">
                      <a:lumMod val="75000"/>
                      <a:alpha val="0"/>
                    </a:srgbClr>
                  </a:solidFill>
                </a:ln>
                <a:solidFill>
                  <a:schemeClr val="tx1"/>
                </a:solidFill>
                <a:latin typeface="HDharmony M" panose="02020603020101020101" pitchFamily="18" charset="-127"/>
                <a:ea typeface="HDharmony M" panose="02020603020101020101" pitchFamily="18" charset="-127"/>
                <a:cs typeface="Arial" pitchFamily="34" charset="0"/>
              </a:rPr>
              <a:t> </a:t>
            </a:r>
            <a:r>
              <a:rPr kumimoji="0" lang="ko-KR" altLang="en-US" sz="120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rPr>
              <a:t>여론 比 </a:t>
            </a:r>
            <a:r>
              <a:rPr lang="ko-KR" altLang="en-US" sz="1200" spc="-50" noProof="0" dirty="0">
                <a:ln>
                  <a:solidFill>
                    <a:srgbClr val="4F81BD">
                      <a:lumMod val="75000"/>
                      <a:alpha val="0"/>
                    </a:srgbClr>
                  </a:solidFill>
                </a:ln>
                <a:solidFill>
                  <a:schemeClr val="tx1"/>
                </a:solidFill>
                <a:latin typeface="HDharmony M" panose="02020603020101020101" pitchFamily="18" charset="-127"/>
                <a:ea typeface="HDharmony M" panose="02020603020101020101" pitchFamily="18" charset="-127"/>
                <a:cs typeface="Arial" pitchFamily="34" charset="0"/>
              </a:rPr>
              <a:t>압도적으로 높은 편 </a:t>
            </a:r>
            <a:r>
              <a:rPr lang="ko-KR" altLang="en-US" sz="1050" spc="-50" noProof="0" dirty="0">
                <a:ln>
                  <a:solidFill>
                    <a:srgbClr val="4F81BD">
                      <a:lumMod val="75000"/>
                      <a:alpha val="0"/>
                    </a:srgbClr>
                  </a:solidFill>
                </a:ln>
                <a:solidFill>
                  <a:schemeClr val="tx1"/>
                </a:solidFill>
                <a:latin typeface="HDharmony M" panose="02020603020101020101" pitchFamily="18" charset="-127"/>
                <a:ea typeface="HDharmony M" panose="02020603020101020101" pitchFamily="18" charset="-127"/>
                <a:cs typeface="Arial" pitchFamily="34" charset="0"/>
              </a:rPr>
              <a:t>(</a:t>
            </a:r>
            <a:r>
              <a:rPr lang="ko-KR" altLang="en-US" sz="1050" spc="-50" noProof="0" dirty="0">
                <a:ln>
                  <a:solidFill>
                    <a:srgbClr val="4F81BD">
                      <a:lumMod val="75000"/>
                      <a:alpha val="0"/>
                    </a:srgbClr>
                  </a:solidFill>
                </a:ln>
                <a:solidFill>
                  <a:srgbClr val="C00000"/>
                </a:solidFill>
                <a:latin typeface="HDharmony M" panose="02020603020101020101" pitchFamily="18" charset="-127"/>
                <a:ea typeface="HDharmony M" panose="02020603020101020101" pitchFamily="18" charset="-127"/>
                <a:cs typeface="Arial" pitchFamily="34" charset="0"/>
              </a:rPr>
              <a:t>65.7%</a:t>
            </a:r>
            <a:r>
              <a:rPr lang="ko-KR" altLang="en-US" sz="1050" spc="-50" noProof="0" dirty="0">
                <a:ln>
                  <a:solidFill>
                    <a:srgbClr val="4F81BD">
                      <a:lumMod val="75000"/>
                      <a:alpha val="0"/>
                    </a:srgbClr>
                  </a:solidFill>
                </a:ln>
                <a:solidFill>
                  <a:schemeClr val="tx1"/>
                </a:solidFill>
                <a:latin typeface="HDharmony M" panose="02020603020101020101" pitchFamily="18" charset="-127"/>
                <a:ea typeface="HDharmony M" panose="02020603020101020101" pitchFamily="18" charset="-127"/>
                <a:cs typeface="Arial" pitchFamily="34" charset="0"/>
              </a:rPr>
              <a:t> vs </a:t>
            </a:r>
            <a:r>
              <a:rPr lang="ko-KR" altLang="en-US" sz="1050" spc="-50" noProof="0" dirty="0">
                <a:ln>
                  <a:solidFill>
                    <a:srgbClr val="4F81BD">
                      <a:lumMod val="75000"/>
                      <a:alpha val="0"/>
                    </a:srgbClr>
                  </a:solidFill>
                </a:ln>
                <a:solidFill>
                  <a:schemeClr val="tx2">
                    <a:lumMod val="75000"/>
                    <a:lumOff val="25000"/>
                  </a:schemeClr>
                </a:solidFill>
                <a:latin typeface="HDharmony M" panose="02020603020101020101" pitchFamily="18" charset="-127"/>
                <a:ea typeface="HDharmony M" panose="02020603020101020101" pitchFamily="18" charset="-127"/>
                <a:cs typeface="Arial" pitchFamily="34" charset="0"/>
              </a:rPr>
              <a:t>1.5%</a:t>
            </a:r>
            <a:r>
              <a:rPr lang="ko-KR" altLang="en-US" sz="1050" spc="-50" noProof="0" dirty="0">
                <a:ln>
                  <a:solidFill>
                    <a:srgbClr val="4F81BD">
                      <a:lumMod val="75000"/>
                      <a:alpha val="0"/>
                    </a:srgbClr>
                  </a:solidFill>
                </a:ln>
                <a:solidFill>
                  <a:schemeClr val="tx1"/>
                </a:solidFill>
                <a:latin typeface="HDharmony M" panose="02020603020101020101" pitchFamily="18" charset="-127"/>
                <a:ea typeface="HDharmony M" panose="02020603020101020101" pitchFamily="18" charset="-127"/>
                <a:cs typeface="Arial" pitchFamily="34" charset="0"/>
              </a:rPr>
              <a:t>)</a:t>
            </a:r>
            <a:endParaRPr kumimoji="0" lang="en-US" altLang="ko-KR" sz="1200" u="none" strike="noStrike" kern="1200" cap="none" spc="-50" normalizeH="0" baseline="0" noProof="0" dirty="0">
              <a:ln>
                <a:solidFill>
                  <a:srgbClr val="4F81BD">
                    <a:lumMod val="75000"/>
                    <a:alpha val="0"/>
                  </a:srgbClr>
                </a:solidFill>
              </a:ln>
              <a:solidFill>
                <a:schemeClr val="tx1"/>
              </a:solidFill>
              <a:effectLst/>
              <a:uLnTx/>
              <a:uFillTx/>
              <a:latin typeface="HDharmony M" panose="02020603020101020101" pitchFamily="18" charset="-127"/>
              <a:ea typeface="HDharmony M" panose="02020603020101020101" pitchFamily="18" charset="-127"/>
              <a:cs typeface="Arial" pitchFamily="34" charset="0"/>
            </a:endParaRPr>
          </a:p>
        </p:txBody>
      </p:sp>
      <p:sp>
        <p:nvSpPr>
          <p:cNvPr id="23" name="직사각형 22">
            <a:extLst>
              <a:ext uri="{FF2B5EF4-FFF2-40B4-BE49-F238E27FC236}">
                <a16:creationId xmlns:a16="http://schemas.microsoft.com/office/drawing/2014/main" id="{83BC5F6D-93E5-4EB3-AE42-925A3CCA31D4}"/>
              </a:ext>
            </a:extLst>
          </p:cNvPr>
          <p:cNvSpPr/>
          <p:nvPr/>
        </p:nvSpPr>
        <p:spPr>
          <a:xfrm>
            <a:off x="492843" y="3877992"/>
            <a:ext cx="752190" cy="3100406"/>
          </a:xfrm>
          <a:prstGeom prst="rect">
            <a:avLst/>
          </a:prstGeom>
          <a:solidFill>
            <a:srgbClr val="002060"/>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95" tIns="35995" rIns="35995" bIns="35995" rtlCol="0" anchor="ctr"/>
          <a:lstStyle/>
          <a:p>
            <a:pPr marL="0" marR="0" lvl="0" indent="0" algn="ctr" defTabSz="912388" rtl="0" eaLnBrk="1" fontAlgn="auto" latinLnBrk="1" hangingPunct="1">
              <a:lnSpc>
                <a:spcPct val="100000"/>
              </a:lnSpc>
              <a:spcBef>
                <a:spcPts val="0"/>
              </a:spcBef>
              <a:spcAft>
                <a:spcPts val="0"/>
              </a:spcAft>
              <a:buClrTx/>
              <a:buSzTx/>
              <a:buFontTx/>
              <a:buNone/>
              <a:tabLst/>
              <a:defRPr/>
            </a:pPr>
            <a:r>
              <a:rPr lang="ko-KR" altLang="en-US" sz="1400" b="1">
                <a:ln>
                  <a:solidFill>
                    <a:srgbClr val="4F81BD">
                      <a:lumMod val="75000"/>
                      <a:alpha val="0"/>
                    </a:srgbClr>
                  </a:solidFill>
                </a:ln>
                <a:solidFill>
                  <a:prstClr val="white"/>
                </a:solidFill>
                <a:latin typeface="현대하모니 M" panose="02020603020101020101" pitchFamily="18" charset="-127"/>
                <a:ea typeface="현대하모니 M" panose="02020603020101020101" pitchFamily="18" charset="-127"/>
                <a:cs typeface="Arial" pitchFamily="34" charset="0"/>
              </a:rPr>
              <a:t>주요</a:t>
            </a:r>
            <a:endParaRPr lang="en-US" altLang="ko-KR" sz="1400" b="1">
              <a:ln>
                <a:solidFill>
                  <a:srgbClr val="4F81BD">
                    <a:lumMod val="75000"/>
                    <a:alpha val="0"/>
                  </a:srgbClr>
                </a:solidFill>
              </a:ln>
              <a:solidFill>
                <a:prstClr val="white"/>
              </a:solidFill>
              <a:latin typeface="현대하모니 M" panose="02020603020101020101" pitchFamily="18" charset="-127"/>
              <a:ea typeface="현대하모니 M" panose="02020603020101020101" pitchFamily="18" charset="-127"/>
              <a:cs typeface="Arial" pitchFamily="34" charset="0"/>
            </a:endParaRPr>
          </a:p>
          <a:p>
            <a:pPr marL="0" marR="0" lvl="0" indent="0" algn="ctr" defTabSz="912388" rtl="0" eaLnBrk="1" fontAlgn="auto" latinLnBrk="1" hangingPunct="1">
              <a:lnSpc>
                <a:spcPct val="100000"/>
              </a:lnSpc>
              <a:spcBef>
                <a:spcPts val="0"/>
              </a:spcBef>
              <a:spcAft>
                <a:spcPts val="0"/>
              </a:spcAft>
              <a:buClrTx/>
              <a:buSzTx/>
              <a:buFontTx/>
              <a:buNone/>
              <a:tabLst/>
              <a:defRPr/>
            </a:pPr>
            <a:r>
              <a:rPr lang="ko-KR" altLang="en-US" sz="1400" b="1">
                <a:ln>
                  <a:solidFill>
                    <a:srgbClr val="4F81BD">
                      <a:lumMod val="75000"/>
                      <a:alpha val="0"/>
                    </a:srgbClr>
                  </a:solidFill>
                </a:ln>
                <a:solidFill>
                  <a:prstClr val="white"/>
                </a:solidFill>
                <a:latin typeface="현대하모니 M" panose="02020603020101020101" pitchFamily="18" charset="-127"/>
                <a:ea typeface="현대하모니 M" panose="02020603020101020101" pitchFamily="18" charset="-127"/>
                <a:cs typeface="Arial" pitchFamily="34" charset="0"/>
              </a:rPr>
              <a:t>내용</a:t>
            </a:r>
            <a:endParaRPr kumimoji="0" lang="en-US" altLang="ko-KR" sz="1400" b="1" i="0" u="none" strike="noStrike" kern="1200" cap="none" spc="0" normalizeH="0" baseline="0" noProof="0">
              <a:ln>
                <a:solidFill>
                  <a:srgbClr val="4F81BD">
                    <a:lumMod val="75000"/>
                    <a:alpha val="0"/>
                  </a:srgbClr>
                </a:solidFill>
              </a:ln>
              <a:solidFill>
                <a:prstClr val="white"/>
              </a:solidFill>
              <a:effectLst/>
              <a:uLnTx/>
              <a:uFillTx/>
              <a:latin typeface="현대하모니 M" panose="02020603020101020101" pitchFamily="18" charset="-127"/>
              <a:ea typeface="현대하모니 M" panose="02020603020101020101" pitchFamily="18" charset="-127"/>
              <a:cs typeface="Arial" pitchFamily="34" charset="0"/>
            </a:endParaRPr>
          </a:p>
        </p:txBody>
      </p:sp>
      <p:graphicFrame>
        <p:nvGraphicFramePr>
          <p:cNvPr id="16" name="표 15">
            <a:extLst>
              <a:ext uri="{FF2B5EF4-FFF2-40B4-BE49-F238E27FC236}">
                <a16:creationId xmlns:a16="http://schemas.microsoft.com/office/drawing/2014/main" id="{E1AFD02D-55FB-4098-9388-90C7156144FE}"/>
              </a:ext>
            </a:extLst>
          </p:cNvPr>
          <p:cNvGraphicFramePr>
            <a:graphicFrameLocks noGrp="1"/>
          </p:cNvGraphicFramePr>
          <p:nvPr>
            <p:extLst>
              <p:ext uri="{D42A27DB-BD31-4B8C-83A1-F6EECF244321}">
                <p14:modId xmlns:p14="http://schemas.microsoft.com/office/powerpoint/2010/main" val="890850194"/>
              </p:ext>
            </p:extLst>
          </p:nvPr>
        </p:nvGraphicFramePr>
        <p:xfrm>
          <a:off x="1590170" y="1985748"/>
          <a:ext cx="4554598" cy="1568982"/>
        </p:xfrm>
        <a:graphic>
          <a:graphicData uri="http://schemas.openxmlformats.org/drawingml/2006/table">
            <a:tbl>
              <a:tblPr firstRow="1" bandRow="1">
                <a:tableStyleId>{5C22544A-7EE6-4342-B048-85BDC9FD1C3A}</a:tableStyleId>
              </a:tblPr>
              <a:tblGrid>
                <a:gridCol w="256781">
                  <a:extLst>
                    <a:ext uri="{9D8B030D-6E8A-4147-A177-3AD203B41FA5}">
                      <a16:colId xmlns:a16="http://schemas.microsoft.com/office/drawing/2014/main" val="810501481"/>
                    </a:ext>
                  </a:extLst>
                </a:gridCol>
                <a:gridCol w="677361">
                  <a:extLst>
                    <a:ext uri="{9D8B030D-6E8A-4147-A177-3AD203B41FA5}">
                      <a16:colId xmlns:a16="http://schemas.microsoft.com/office/drawing/2014/main" val="4287721224"/>
                    </a:ext>
                  </a:extLst>
                </a:gridCol>
                <a:gridCol w="680867">
                  <a:extLst>
                    <a:ext uri="{9D8B030D-6E8A-4147-A177-3AD203B41FA5}">
                      <a16:colId xmlns:a16="http://schemas.microsoft.com/office/drawing/2014/main" val="1093336619"/>
                    </a:ext>
                  </a:extLst>
                </a:gridCol>
                <a:gridCol w="689059">
                  <a:extLst>
                    <a:ext uri="{9D8B030D-6E8A-4147-A177-3AD203B41FA5}">
                      <a16:colId xmlns:a16="http://schemas.microsoft.com/office/drawing/2014/main" val="1832690614"/>
                    </a:ext>
                  </a:extLst>
                </a:gridCol>
                <a:gridCol w="549746">
                  <a:extLst>
                    <a:ext uri="{9D8B030D-6E8A-4147-A177-3AD203B41FA5}">
                      <a16:colId xmlns:a16="http://schemas.microsoft.com/office/drawing/2014/main" val="4206846718"/>
                    </a:ext>
                  </a:extLst>
                </a:gridCol>
                <a:gridCol w="548640">
                  <a:extLst>
                    <a:ext uri="{9D8B030D-6E8A-4147-A177-3AD203B41FA5}">
                      <a16:colId xmlns:a16="http://schemas.microsoft.com/office/drawing/2014/main" val="2757960156"/>
                    </a:ext>
                  </a:extLst>
                </a:gridCol>
                <a:gridCol w="548640">
                  <a:extLst>
                    <a:ext uri="{9D8B030D-6E8A-4147-A177-3AD203B41FA5}">
                      <a16:colId xmlns:a16="http://schemas.microsoft.com/office/drawing/2014/main" val="2975894681"/>
                    </a:ext>
                  </a:extLst>
                </a:gridCol>
                <a:gridCol w="603504">
                  <a:extLst>
                    <a:ext uri="{9D8B030D-6E8A-4147-A177-3AD203B41FA5}">
                      <a16:colId xmlns:a16="http://schemas.microsoft.com/office/drawing/2014/main" val="266759596"/>
                    </a:ext>
                  </a:extLst>
                </a:gridCol>
              </a:tblGrid>
              <a:tr h="261497">
                <a:tc gridSpan="2">
                  <a:txBody>
                    <a:bodyPr/>
                    <a:lstStyle/>
                    <a:p>
                      <a:pPr algn="ctr" latinLnBrk="1"/>
                      <a:r>
                        <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채널</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게시글</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댓글</a:t>
                      </a:r>
                      <a:endParaRPr lang="en-US" altLang="ko-KR"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긍정</a:t>
                      </a:r>
                      <a:endParaRPr lang="en-US" altLang="ko-KR"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중립</a:t>
                      </a:r>
                      <a:endParaRPr lang="en-US" altLang="ko-KR"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부정</a:t>
                      </a:r>
                      <a:endParaRPr lang="en-US" altLang="ko-KR"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단순 비난</a:t>
                      </a:r>
                      <a:endParaRPr lang="en-US" altLang="ko-KR"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42431231"/>
                  </a:ext>
                </a:extLst>
              </a:tr>
              <a:tr h="261497">
                <a:tc gridSpan="2">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0" i="0" kern="1200" dirty="0">
                          <a:ln>
                            <a:solidFill>
                              <a:prstClr val="white">
                                <a:alpha val="0"/>
                              </a:prstClr>
                            </a:solidFill>
                          </a:ln>
                          <a:solidFill>
                            <a:schemeClr val="tx1"/>
                          </a:solidFill>
                          <a:latin typeface="HDharmony B" panose="02020603020101020101" pitchFamily="18" charset="-127"/>
                          <a:ea typeface="HDharmony B" panose="02020603020101020101" pitchFamily="18" charset="-127"/>
                          <a:cs typeface="Arial" pitchFamily="34" charset="0"/>
                        </a:rPr>
                        <a:t>전체</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tc hMerge="1">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kern="1200" dirty="0">
                          <a:ln>
                            <a:solidFill>
                              <a:prstClr val="white">
                                <a:alpha val="0"/>
                              </a:prstClr>
                            </a:solidFill>
                          </a:ln>
                          <a:solidFill>
                            <a:schemeClr val="tx1"/>
                          </a:solidFill>
                          <a:latin typeface="HDharmony B" panose="02020603020101020101" pitchFamily="18" charset="-127"/>
                          <a:ea typeface="HDharmony B" panose="02020603020101020101" pitchFamily="18" charset="-127"/>
                          <a:cs typeface="Arial" pitchFamily="34" charset="0"/>
                        </a:rPr>
                        <a:t>269</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kern="1200" dirty="0">
                          <a:ln>
                            <a:solidFill>
                              <a:prstClr val="white">
                                <a:alpha val="0"/>
                              </a:prstClr>
                            </a:solidFill>
                          </a:ln>
                          <a:solidFill>
                            <a:schemeClr val="tx1"/>
                          </a:solidFill>
                          <a:latin typeface="HDharmony B" panose="02020603020101020101" pitchFamily="18" charset="-127"/>
                          <a:ea typeface="HDharmony B" panose="02020603020101020101" pitchFamily="18" charset="-127"/>
                          <a:cs typeface="Arial" pitchFamily="34" charset="0"/>
                        </a:rPr>
                        <a:t>6,027</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kern="1200" dirty="0">
                          <a:ln>
                            <a:solidFill>
                              <a:prstClr val="white">
                                <a:alpha val="0"/>
                              </a:prstClr>
                            </a:solidFill>
                          </a:ln>
                          <a:solidFill>
                            <a:schemeClr val="tx1"/>
                          </a:solidFill>
                          <a:latin typeface="HDharmony B" panose="02020603020101020101" pitchFamily="18" charset="-127"/>
                          <a:ea typeface="HDharmony B" panose="02020603020101020101" pitchFamily="18" charset="-127"/>
                          <a:cs typeface="Arial" pitchFamily="34" charset="0"/>
                        </a:rPr>
                        <a:t>1.5%</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kern="1200" dirty="0">
                          <a:ln>
                            <a:solidFill>
                              <a:prstClr val="white">
                                <a:alpha val="0"/>
                              </a:prstClr>
                            </a:solidFill>
                          </a:ln>
                          <a:solidFill>
                            <a:schemeClr val="tx1"/>
                          </a:solidFill>
                          <a:latin typeface="HDharmony B" panose="02020603020101020101" pitchFamily="18" charset="-127"/>
                          <a:ea typeface="HDharmony B" panose="02020603020101020101" pitchFamily="18" charset="-127"/>
                          <a:cs typeface="Arial" pitchFamily="34" charset="0"/>
                        </a:rPr>
                        <a:t>32.8%</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dirty="0">
                          <a:solidFill>
                            <a:schemeClr val="tx1"/>
                          </a:solidFill>
                          <a:latin typeface="HDharmony B" panose="02020603020101020101" pitchFamily="18" charset="-127"/>
                          <a:ea typeface="HDharmony B" panose="02020603020101020101" pitchFamily="18" charset="-127"/>
                        </a:rPr>
                        <a:t>52.5%</a:t>
                      </a:r>
                      <a:endParaRPr lang="ko-KR" altLang="en-US" sz="1100" b="0" i="0" dirty="0">
                        <a:solidFill>
                          <a:schemeClr val="tx1"/>
                        </a:solidFill>
                        <a:latin typeface="HDharmony B" panose="02020603020101020101" pitchFamily="18" charset="-127"/>
                        <a:ea typeface="HDharmony B"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i="0" dirty="0">
                          <a:solidFill>
                            <a:schemeClr val="tx1"/>
                          </a:solidFill>
                          <a:latin typeface="HDharmony B" panose="02020603020101020101" pitchFamily="18" charset="-127"/>
                          <a:ea typeface="HDharmony B" panose="02020603020101020101" pitchFamily="18" charset="-127"/>
                        </a:rPr>
                        <a:t>13.2%</a:t>
                      </a:r>
                      <a:endParaRPr lang="ko-KR" altLang="en-US" sz="1100" b="0" i="0" dirty="0">
                        <a:solidFill>
                          <a:schemeClr val="tx1"/>
                        </a:solidFill>
                        <a:latin typeface="HDharmony B" panose="02020603020101020101" pitchFamily="18" charset="-127"/>
                        <a:ea typeface="HDharmony B"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71627818"/>
                  </a:ext>
                </a:extLst>
              </a:tr>
              <a:tr h="261497">
                <a:tc rowSpan="4">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언론</a:t>
                      </a: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124</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743</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0.9%</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19.9%</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55.0%</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24.1%</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0586634"/>
                  </a:ext>
                </a:extLst>
              </a:tr>
              <a:tr h="261497">
                <a:tc vMerge="1">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동호회</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121</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351</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3.4%</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46.9%</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43.2%</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6.5%</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4544496"/>
                  </a:ext>
                </a:extLst>
              </a:tr>
              <a:tr h="261497">
                <a:tc vMerge="1">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커뮤니티</a:t>
                      </a: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13</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136</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0.7%</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46.3%</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42.5%</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10.4%</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86763458"/>
                  </a:ext>
                </a:extLst>
              </a:tr>
              <a:tr h="261497">
                <a:tc vMerge="1">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100" b="1" kern="120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유튜브</a:t>
                      </a:r>
                      <a:endParaRPr lang="ko-KR" altLang="en-US" sz="11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11</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4,797</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1.0%</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18.2%</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69.2%</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100" b="0" dirty="0">
                          <a:solidFill>
                            <a:schemeClr val="tx1"/>
                          </a:solidFill>
                          <a:latin typeface="현대하모니 L" panose="02020603020101020101" pitchFamily="18" charset="-127"/>
                          <a:ea typeface="현대하모니 L" panose="02020603020101020101" pitchFamily="18" charset="-127"/>
                        </a:rPr>
                        <a:t>11.6%</a:t>
                      </a:r>
                      <a:endParaRPr lang="ko-KR" altLang="en-US" sz="11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1546750"/>
                  </a:ext>
                </a:extLst>
              </a:tr>
            </a:tbl>
          </a:graphicData>
        </a:graphic>
      </p:graphicFrame>
      <p:sp>
        <p:nvSpPr>
          <p:cNvPr id="26" name="직사각형 25">
            <a:extLst>
              <a:ext uri="{FF2B5EF4-FFF2-40B4-BE49-F238E27FC236}">
                <a16:creationId xmlns:a16="http://schemas.microsoft.com/office/drawing/2014/main" id="{88AFDD4E-A309-4601-9458-B9B41A127CE8}"/>
              </a:ext>
            </a:extLst>
          </p:cNvPr>
          <p:cNvSpPr/>
          <p:nvPr/>
        </p:nvSpPr>
        <p:spPr>
          <a:xfrm>
            <a:off x="5948546" y="238679"/>
            <a:ext cx="4216966" cy="38092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nchorCtr="0"/>
          <a:lstStyle/>
          <a:p>
            <a:pPr lvl="0" algn="r" defTabSz="912388" fontAlgn="base" latinLnBrk="1">
              <a:spcBef>
                <a:spcPct val="0"/>
              </a:spcBef>
              <a:spcAft>
                <a:spcPct val="0"/>
              </a:spcAft>
              <a:defRPr/>
            </a:pPr>
            <a:r>
              <a:rPr kumimoji="0" lang="ko-KR" altLang="en-US"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모니터링 기간 </a:t>
            </a:r>
            <a:r>
              <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 8/5</a:t>
            </a:r>
            <a:r>
              <a:rPr kumimoji="0" lang="en-US" altLang="ko-KR" sz="1000" b="1" i="0" u="none" strike="noStrike" kern="1200" cap="none" spc="-50" normalizeH="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 07</a:t>
            </a:r>
            <a:r>
              <a:rPr kumimoji="0" lang="ko-KR" altLang="en-US" sz="1000" b="1" i="0" u="none" strike="noStrike" kern="1200" cap="none" spc="-50" normalizeH="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시 </a:t>
            </a:r>
            <a:r>
              <a:rPr kumimoji="0" lang="en-US" altLang="ko-KR" sz="1000" b="1" i="0" u="none" strike="noStrike" kern="1200" cap="none" spc="-50" normalizeH="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00</a:t>
            </a:r>
            <a:r>
              <a:rPr kumimoji="0" lang="ko-KR" altLang="en-US" sz="1000" b="1" i="0" u="none" strike="noStrike" kern="1200" cap="none" spc="-50" normalizeH="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분 </a:t>
            </a:r>
            <a:r>
              <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 8/6 10</a:t>
            </a:r>
            <a:r>
              <a:rPr kumimoji="0" lang="ko-KR" altLang="en-US"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시 </a:t>
            </a:r>
            <a:r>
              <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00</a:t>
            </a:r>
            <a:r>
              <a:rPr kumimoji="0" lang="ko-KR" altLang="en-US"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분</a:t>
            </a:r>
            <a:endPar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endParaRPr>
          </a:p>
          <a:p>
            <a:pPr lvl="0" algn="r" defTabSz="912388" fontAlgn="base" latinLnBrk="1">
              <a:spcBef>
                <a:spcPct val="0"/>
              </a:spcBef>
              <a:spcAft>
                <a:spcPct val="0"/>
              </a:spcAft>
              <a:defRPr/>
            </a:pPr>
            <a:r>
              <a:rPr kumimoji="0" lang="ko-KR" altLang="en-US"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모니터링 </a:t>
            </a:r>
            <a:r>
              <a:rPr lang="ko-KR" altLang="en-US"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채널</a:t>
            </a:r>
            <a:r>
              <a:rPr kumimoji="0" lang="ko-KR" altLang="en-US"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rPr>
              <a:t>: </a:t>
            </a:r>
            <a:r>
              <a:rPr lang="ko-KR" altLang="en-US"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언론</a:t>
            </a:r>
            <a:r>
              <a:rPr lang="en-US" altLang="ko-KR"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주요 모니터링 동호회</a:t>
            </a:r>
            <a:r>
              <a:rPr lang="en-US" altLang="ko-KR"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주요 모니터링 커뮤니티</a:t>
            </a:r>
            <a:r>
              <a:rPr lang="en-US" altLang="ko-KR"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0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주요 모니터링 유튜브</a:t>
            </a:r>
            <a:endParaRPr kumimoji="0" lang="en-US" altLang="ko-KR" sz="1000" b="1" i="0" u="none" strike="noStrike" kern="1200" cap="none" spc="-50" normalizeH="0" baseline="0" noProof="0" dirty="0">
              <a:ln>
                <a:solidFill>
                  <a:srgbClr val="4F81BD">
                    <a:lumMod val="75000"/>
                    <a:alpha val="0"/>
                  </a:srgbClr>
                </a:solidFill>
              </a:ln>
              <a:solidFill>
                <a:schemeClr val="tx1"/>
              </a:solidFill>
              <a:effectLst/>
              <a:uLnTx/>
              <a:uFillTx/>
              <a:latin typeface="현대하모니 L" panose="02020603020101020101" pitchFamily="18" charset="-127"/>
              <a:ea typeface="현대하모니 L" panose="02020603020101020101" pitchFamily="18" charset="-127"/>
              <a:cs typeface="Arial" pitchFamily="34" charset="0"/>
            </a:endParaRPr>
          </a:p>
        </p:txBody>
      </p:sp>
      <p:sp>
        <p:nvSpPr>
          <p:cNvPr id="32" name="직사각형 31">
            <a:extLst>
              <a:ext uri="{FF2B5EF4-FFF2-40B4-BE49-F238E27FC236}">
                <a16:creationId xmlns:a16="http://schemas.microsoft.com/office/drawing/2014/main" id="{9D87E128-00D0-46E6-AD0C-540365CA12E2}"/>
              </a:ext>
            </a:extLst>
          </p:cNvPr>
          <p:cNvSpPr/>
          <p:nvPr/>
        </p:nvSpPr>
        <p:spPr>
          <a:xfrm>
            <a:off x="416642" y="753797"/>
            <a:ext cx="9908158" cy="70460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0" bIns="0" rtlCol="0" anchor="t" anchorCtr="0"/>
          <a:lstStyle/>
          <a:p>
            <a:pPr marL="85725" lvl="0" indent="-85725" defTabSz="912388" fontAlgn="base" latinLnBrk="1">
              <a:spcBef>
                <a:spcPct val="0"/>
              </a:spcBef>
              <a:spcAft>
                <a:spcPct val="0"/>
              </a:spcAft>
              <a:buFont typeface="Arial" panose="020B0604020202020204" pitchFamily="34" charset="0"/>
              <a:buChar char="•"/>
              <a:defRPr/>
            </a:pP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8/5, CN8 </a:t>
            </a:r>
            <a:r>
              <a:rPr lang="en-US" altLang="ko-KR"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가격</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공개 </a:t>
            </a:r>
            <a:r>
              <a:rPr lang="en-US" altLang="ko-KR"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이후</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온라인 전 채널</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전반에서 가격 </a:t>
            </a:r>
            <a:r>
              <a:rPr lang="en-US" altLang="ko-KR"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인상</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폭에 대한 내용 </a:t>
            </a:r>
            <a:r>
              <a:rPr lang="en-US" altLang="ko-KR"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및</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유료 옵션 선택을 꼼수로 보는 부정적 반응 지배적으로 확인 </a:t>
            </a:r>
            <a:r>
              <a:rPr lang="ko-KR" altLang="en-US"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中</a:t>
            </a:r>
            <a:endPar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p>
            <a:pPr marL="85725" lvl="0" indent="-85725" defTabSz="912388" fontAlgn="base" latinLnBrk="1">
              <a:spcBef>
                <a:spcPct val="0"/>
              </a:spcBef>
              <a:spcAft>
                <a:spcPct val="0"/>
              </a:spcAft>
              <a:buFont typeface="Arial" panose="020B0604020202020204" pitchFamily="34" charset="0"/>
              <a:buChar char="•"/>
              <a:defRPr/>
            </a:pP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확인 중인 주요 부정 여론은 옵션 유료화(계기반</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통풍시트</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HUD 등) 및 동급</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경쟁 차종 대비 높은 가격이며, 채널 특성상 언론과 유튜브 중심으로 노조</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현대차 전반에 대한 단순 </a:t>
            </a:r>
            <a:r>
              <a:rPr lang="ko-KR" altLang="en-US"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비난성</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여론 또한 다수 확인</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한편 동호회 </a:t>
            </a:r>
            <a:r>
              <a:rPr lang="ko-KR" altLang="en-US" sz="1400" b="1" spc="-50" dirty="0" err="1">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內</a:t>
            </a:r>
            <a:r>
              <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ko-KR" altLang="en-US"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rPr>
              <a:t> 실구매자들의 계약 인증 및 축하 여론 일부 확인</a:t>
            </a:r>
            <a:endParaRPr lang="en-US" altLang="ko-KR" sz="1400" b="1" spc="-50" dirty="0">
              <a:ln>
                <a:solidFill>
                  <a:srgbClr val="4F81BD">
                    <a:lumMod val="75000"/>
                    <a:alpha val="0"/>
                  </a:srgb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p:txBody>
      </p:sp>
      <p:graphicFrame>
        <p:nvGraphicFramePr>
          <p:cNvPr id="18" name="표 17">
            <a:extLst>
              <a:ext uri="{FF2B5EF4-FFF2-40B4-BE49-F238E27FC236}">
                <a16:creationId xmlns:a16="http://schemas.microsoft.com/office/drawing/2014/main" id="{A30D9E80-FAF5-4632-B03C-81F777767B90}"/>
              </a:ext>
            </a:extLst>
          </p:cNvPr>
          <p:cNvGraphicFramePr>
            <a:graphicFrameLocks noGrp="1"/>
          </p:cNvGraphicFramePr>
          <p:nvPr>
            <p:extLst>
              <p:ext uri="{D42A27DB-BD31-4B8C-83A1-F6EECF244321}">
                <p14:modId xmlns:p14="http://schemas.microsoft.com/office/powerpoint/2010/main" val="773181224"/>
              </p:ext>
            </p:extLst>
          </p:nvPr>
        </p:nvGraphicFramePr>
        <p:xfrm>
          <a:off x="1353373" y="3871835"/>
          <a:ext cx="8808044" cy="3100406"/>
        </p:xfrm>
        <a:graphic>
          <a:graphicData uri="http://schemas.openxmlformats.org/drawingml/2006/table">
            <a:tbl>
              <a:tblPr firstRow="1" bandRow="1">
                <a:tableStyleId>{5C22544A-7EE6-4342-B048-85BDC9FD1C3A}</a:tableStyleId>
              </a:tblPr>
              <a:tblGrid>
                <a:gridCol w="675452">
                  <a:extLst>
                    <a:ext uri="{9D8B030D-6E8A-4147-A177-3AD203B41FA5}">
                      <a16:colId xmlns:a16="http://schemas.microsoft.com/office/drawing/2014/main" val="4287721224"/>
                    </a:ext>
                  </a:extLst>
                </a:gridCol>
                <a:gridCol w="514350">
                  <a:extLst>
                    <a:ext uri="{9D8B030D-6E8A-4147-A177-3AD203B41FA5}">
                      <a16:colId xmlns:a16="http://schemas.microsoft.com/office/drawing/2014/main" val="113752376"/>
                    </a:ext>
                  </a:extLst>
                </a:gridCol>
                <a:gridCol w="7618242">
                  <a:extLst>
                    <a:ext uri="{9D8B030D-6E8A-4147-A177-3AD203B41FA5}">
                      <a16:colId xmlns:a16="http://schemas.microsoft.com/office/drawing/2014/main" val="1093336619"/>
                    </a:ext>
                  </a:extLst>
                </a:gridCol>
              </a:tblGrid>
              <a:tr h="382506">
                <a:tc>
                  <a:txBody>
                    <a:bodyPr/>
                    <a:lstStyle/>
                    <a:p>
                      <a:pPr algn="ctr" latinLnBrk="1"/>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성향</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kumimoji="0" lang="ko-KR" altLang="en-US" sz="1200" b="1"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비율</a:t>
                      </a:r>
                      <a:endParaRPr lang="ko-KR" altLang="en-US" sz="9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kumimoji="0" lang="ko-KR" altLang="en-US" sz="1200" b="1"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주요 내용</a:t>
                      </a:r>
                      <a:endParaRPr lang="ko-KR" altLang="en-US" sz="900" b="0" dirty="0">
                        <a:solidFill>
                          <a:schemeClr val="tx1"/>
                        </a:solidFill>
                        <a:latin typeface="현대하모니 L" panose="02020603020101020101" pitchFamily="18" charset="-127"/>
                        <a:ea typeface="현대하모니 L" panose="02020603020101020101" pitchFamily="18" charset="-127"/>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42431231"/>
                  </a:ext>
                </a:extLst>
              </a:tr>
              <a:tr h="679475">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긍정</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1.5%</a:t>
                      </a:r>
                      <a:endPar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01600" marR="0" lvl="1" indent="0" algn="l" defTabSz="914284" rtl="0" eaLnBrk="1" fontAlgn="base" latinLnBrk="1" hangingPunct="1">
                        <a:lnSpc>
                          <a:spcPct val="100000"/>
                        </a:lnSpc>
                        <a:spcBef>
                          <a:spcPct val="0"/>
                        </a:spcBef>
                        <a:spcAft>
                          <a:spcPct val="0"/>
                        </a:spcAft>
                        <a:buClrTx/>
                        <a:buSzTx/>
                        <a:buFont typeface="Wingdings"/>
                        <a:buNone/>
                        <a:tabLst/>
                        <a:defRPr/>
                      </a:pP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‘너무 예쁘네요’, ‘오.. 실내가 많이 바뀌었네요!’, ‘가끔 놀러가서 렌트해보면 아반떼 차 좋음. 사람들이 허세가 강해서 그렇지’, ‘살사람은 다들 산다ㅋ 어차피 모든차가 다올라서 아반떼가 제일 가성비지ㅋㅋ’, ‘깥통 괜찮다...굿이예요’, ‘원하는만큼 옵션넣고 타라고 세분화 해줬더만 눈만 높아져서 풀옵이 비싸니 뭐니 ㅋㅋ 셀토스는 소형급에 플레오스도 없으면서 더 비싼데 이걸욕해?’</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90586634"/>
                  </a:ext>
                </a:extLst>
              </a:tr>
              <a:tr h="679475">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중립</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32.8%</a:t>
                      </a:r>
                      <a:endPar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01600" marR="0" lvl="1" indent="0" algn="l" defTabSz="914284" rtl="0" eaLnBrk="1" fontAlgn="base" latinLnBrk="1" hangingPunct="1">
                        <a:lnSpc>
                          <a:spcPct val="100000"/>
                        </a:lnSpc>
                        <a:spcBef>
                          <a:spcPct val="0"/>
                        </a:spcBef>
                        <a:spcAft>
                          <a:spcPct val="0"/>
                        </a:spcAft>
                        <a:buClrTx/>
                        <a:buSzTx/>
                        <a:buFont typeface="Wingdings"/>
                        <a:buNone/>
                        <a:tabLst/>
                        <a:defRPr/>
                      </a:pP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‘12월말까지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개별소비세</a:t>
                      </a:r>
                      <a:r>
                        <a:rPr kumimoji="0" lang="ko-KR" altLang="en-US"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감면</a:t>
                      </a:r>
                      <a:r>
                        <a:rPr kumimoji="0" lang="ko-KR" altLang="en-US"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혜</a:t>
                      </a:r>
                      <a:r>
                        <a:rPr kumimoji="0" lang="ko-KR" altLang="en-US"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택</a:t>
                      </a:r>
                      <a:r>
                        <a:rPr kumimoji="0" lang="ko-KR" altLang="en-US"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있</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다던데</a:t>
                      </a: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보니깐</a:t>
                      </a: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그전까지</a:t>
                      </a:r>
                      <a:r>
                        <a:rPr kumimoji="0" lang="ko-KR" altLang="en-US"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100" b="0" i="0" u="none" strike="noStrike" kern="1200" cap="none" spc="0" normalizeH="0" baseline="0" noProof="0" dirty="0" err="1">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차가나와야</a:t>
                      </a: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돈지불하고 계약을완료해야 되는가요?적용이?’, ‘부럽긴요^^ 빚입니다ㅎ’, ‘어디든지 풀옵은 가격 비싸요 옛날에도 그랬고. 그랜저hg 3.3풀옵하면 4400 제네dh 깡통 4600이었어요’, ‘이번 아벤떼 서스 토션이에요?’, ‘조만간 저 위에 올려두는 폰 거치대 나옴’</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9106487"/>
                  </a:ext>
                </a:extLst>
              </a:tr>
              <a:tr h="679475">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부정</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52.5%</a:t>
                      </a:r>
                      <a:endPar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01600" marR="0" lvl="1" indent="0" algn="l" defTabSz="914284" rtl="0" eaLnBrk="1" fontAlgn="base" latinLnBrk="1" hangingPunct="1">
                        <a:lnSpc>
                          <a:spcPct val="100000"/>
                        </a:lnSpc>
                        <a:spcBef>
                          <a:spcPct val="0"/>
                        </a:spcBef>
                        <a:spcAft>
                          <a:spcPct val="0"/>
                        </a:spcAft>
                        <a:buClrTx/>
                        <a:buSzTx/>
                        <a:buFont typeface="Wingdings"/>
                        <a:buNone/>
                        <a:tabLst/>
                        <a:defRPr/>
                      </a:pPr>
                      <a:r>
                        <a:rPr kumimoji="0" lang="en-US" altLang="ko-KR" sz="1100" b="0" i="0" u="none" strike="noStrike" kern="1200" cap="none" spc="0" normalizeH="0" baseline="0" noProof="0" dirty="0">
                          <a:ln>
                            <a:solidFill>
                              <a:srgbClr val="4F81BD">
                                <a:lumMod val="75000"/>
                                <a:alpha val="0"/>
                              </a:srgb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‘와 4200ㅋㅋㅋ 차라리 투싼 하브 중간등급이나 싼타페 하브 깡통 사겠다..ㅋㅋ’, ‘첨단기능? 완전 자율주행 되나? 테슬라는 되는데..뭐가 첨단 기능이라는거지?’, ‘차 좀 그만 키워라 땅 덩어리도 작은데 어디까지 커지려고’, ‘이거 하이브리드 살거면 쏘나타 인스퍼레이션 가는게 나은거 아닌가?’, ‘하브에 dct는.. 재고떨이인가 진짜 dct망한거 자명한데 왜 dct넣었지’, ‘풀옵도 풀옵이지만 시작가가 2400이라는게 문제입니다. 곧 수입차와 비슷한 가격대를 형성하겠네요’</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47349412"/>
                  </a:ext>
                </a:extLst>
              </a:tr>
              <a:tr h="679475">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단순비난</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13.2%</a:t>
                      </a:r>
                      <a:endPar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01600" marR="0" lvl="1" indent="0" algn="l" defTabSz="914284" rtl="0" eaLnBrk="1" fontAlgn="base" latinLnBrk="1" hangingPunct="1">
                        <a:lnSpc>
                          <a:spcPct val="100000"/>
                        </a:lnSpc>
                        <a:spcBef>
                          <a:spcPct val="0"/>
                        </a:spcBef>
                        <a:spcAft>
                          <a:spcPct val="0"/>
                        </a:spcAft>
                        <a:buClrTx/>
                        <a:buSzTx/>
                        <a:buFont typeface="Wingdings"/>
                        <a:buNone/>
                        <a:tabLst>
                          <a:tab pos="266700" algn="l"/>
                        </a:tabLst>
                        <a:defRPr/>
                      </a:pP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‘이제 그돈씨의 대표주자가........’, ‘맞겠죠 ㅋㅋ 노조 월급줘야죠..?’, ‘얼마가 올랐다고 한마디가없네! 냄새가 난다’, ‘노조 돈줄려면 이정도는 되야지 ㅋㅋㅋㅋ’, ‘망하게 해줘야지’, ‘경차도 생산만 직접하는게 아니죠.. 가격 결정은 다 현기가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합니다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현기의문제죠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국내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내연차점유율로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강도짓</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p>
                  </a:txBody>
                  <a:tcPr marL="36000" marR="3600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7282250"/>
                  </a:ext>
                </a:extLst>
              </a:tr>
            </a:tbl>
          </a:graphicData>
        </a:graphic>
      </p:graphicFrame>
      <p:sp>
        <p:nvSpPr>
          <p:cNvPr id="6" name="제목 9">
            <a:extLst>
              <a:ext uri="{FF2B5EF4-FFF2-40B4-BE49-F238E27FC236}">
                <a16:creationId xmlns:a16="http://schemas.microsoft.com/office/drawing/2014/main" id="{A4FC4F99-FC5C-C037-0F66-916D0C025B80}"/>
              </a:ext>
            </a:extLst>
          </p:cNvPr>
          <p:cNvSpPr>
            <a:spLocks noGrp="1"/>
          </p:cNvSpPr>
          <p:nvPr>
            <p:ph type="title"/>
          </p:nvPr>
        </p:nvSpPr>
        <p:spPr>
          <a:xfrm>
            <a:off x="360000" y="238680"/>
            <a:ext cx="9964800" cy="306000"/>
          </a:xfrm>
        </p:spPr>
        <p:txBody>
          <a:bodyPr/>
          <a:lstStyle/>
          <a:p>
            <a:r>
              <a:rPr lang="ko-KR" altLang="en-US" dirty="0">
                <a:latin typeface="HDharmony M" panose="02020603020101020101" pitchFamily="18" charset="-127"/>
                <a:ea typeface="HDharmony M" panose="02020603020101020101" pitchFamily="18" charset="-127"/>
              </a:rPr>
              <a:t> ■</a:t>
            </a:r>
            <a:r>
              <a:rPr lang="ko-KR" altLang="en-US" dirty="0">
                <a:solidFill>
                  <a:srgbClr val="333333"/>
                </a:solidFill>
                <a:latin typeface="HDharmony M" panose="02020603020101020101" pitchFamily="18" charset="-127"/>
                <a:ea typeface="HDharmony M" panose="02020603020101020101" pitchFamily="18" charset="-127"/>
              </a:rPr>
              <a:t> </a:t>
            </a:r>
            <a:r>
              <a:rPr lang="en-US" altLang="ko-KR" dirty="0">
                <a:solidFill>
                  <a:srgbClr val="333333"/>
                </a:solidFill>
                <a:latin typeface="HDharmony M" panose="02020603020101020101" pitchFamily="18" charset="-127"/>
                <a:ea typeface="HDharmony M" panose="02020603020101020101" pitchFamily="18" charset="-127"/>
              </a:rPr>
              <a:t>CN8 </a:t>
            </a:r>
            <a:r>
              <a:rPr lang="ko-KR" altLang="en-US" dirty="0">
                <a:solidFill>
                  <a:srgbClr val="333333"/>
                </a:solidFill>
                <a:latin typeface="HDharmony M" panose="02020603020101020101" pitchFamily="18" charset="-127"/>
                <a:ea typeface="HDharmony M" panose="02020603020101020101" pitchFamily="18" charset="-127"/>
              </a:rPr>
              <a:t>가격 공개 관련 여론 동향</a:t>
            </a:r>
            <a:endParaRPr lang="ko-KR" altLang="en-US" sz="1800" dirty="0">
              <a:latin typeface="현대산스 Head Bold" panose="020B0600000101010101" pitchFamily="50" charset="-127"/>
              <a:ea typeface="현대산스 Head Bold" panose="020B0600000101010101" pitchFamily="50" charset="-127"/>
            </a:endParaRPr>
          </a:p>
        </p:txBody>
      </p:sp>
    </p:spTree>
    <p:extLst>
      <p:ext uri="{BB962C8B-B14F-4D97-AF65-F5344CB8AC3E}">
        <p14:creationId xmlns:p14="http://schemas.microsoft.com/office/powerpoint/2010/main" val="2319149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a:extLst>
              <a:ext uri="{FF2B5EF4-FFF2-40B4-BE49-F238E27FC236}">
                <a16:creationId xmlns:a16="http://schemas.microsoft.com/office/drawing/2014/main" id="{73F392C6-C2E3-4926-A379-1B582C8E8EB9}"/>
              </a:ext>
            </a:extLst>
          </p:cNvPr>
          <p:cNvGraphicFramePr>
            <a:graphicFrameLocks noGrp="1"/>
          </p:cNvGraphicFramePr>
          <p:nvPr>
            <p:extLst>
              <p:ext uri="{D42A27DB-BD31-4B8C-83A1-F6EECF244321}">
                <p14:modId xmlns:p14="http://schemas.microsoft.com/office/powerpoint/2010/main" val="2856139709"/>
              </p:ext>
            </p:extLst>
          </p:nvPr>
        </p:nvGraphicFramePr>
        <p:xfrm>
          <a:off x="360000" y="723905"/>
          <a:ext cx="9964800" cy="6271255"/>
        </p:xfrm>
        <a:graphic>
          <a:graphicData uri="http://schemas.openxmlformats.org/drawingml/2006/table">
            <a:tbl>
              <a:tblPr firstRow="1" bandRow="1">
                <a:tableStyleId>{5C22544A-7EE6-4342-B048-85BDC9FD1C3A}</a:tableStyleId>
              </a:tblPr>
              <a:tblGrid>
                <a:gridCol w="802050">
                  <a:extLst>
                    <a:ext uri="{9D8B030D-6E8A-4147-A177-3AD203B41FA5}">
                      <a16:colId xmlns:a16="http://schemas.microsoft.com/office/drawing/2014/main" val="4287721224"/>
                    </a:ext>
                  </a:extLst>
                </a:gridCol>
                <a:gridCol w="9162750">
                  <a:extLst>
                    <a:ext uri="{9D8B030D-6E8A-4147-A177-3AD203B41FA5}">
                      <a16:colId xmlns:a16="http://schemas.microsoft.com/office/drawing/2014/main" val="1832690614"/>
                    </a:ext>
                  </a:extLst>
                </a:gridCol>
              </a:tblGrid>
              <a:tr h="255664">
                <a:tc>
                  <a:txBody>
                    <a:bodyPr/>
                    <a:lstStyle/>
                    <a:p>
                      <a:pPr algn="ctr" latinLnBrk="1"/>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성향</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474933" rtl="0" eaLnBrk="1" latinLnBrk="1" hangingPunct="1"/>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전 채널 성향별 주요 댓글 여론</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42431231"/>
                  </a:ext>
                </a:extLst>
              </a:tr>
              <a:tr h="1418839">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긍정</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5</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80975" marR="0" lvl="1" indent="0" algn="l" defTabSz="474933"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‘플레오스가 너무너무 기대됩니다!! 내장도 이젠 아반떼 타이틀이 안어울릴만큼 좋아진 것 같아요’, ‘아반떼에 플레오스에 뱅앤올룹슨이라니... cn7 유저로써 부럽습니다’, ‘사전에 미리보았는대 정말 디자인 멋지더라구요’, ‘아이보리라니!!! 대단해요’, ‘디 올 뉴 아반떼 흥행 기원합니다’, ‘계약 해야겠네요 ~☆’, ‘아반떼 이정도면 정말 잘나온거야 가격도 잘나왔고’, ‘경차 2천시대에 가격 나쁘지 않은데? 요즘 저 가격에 저 사양 차가 있기는 하나? 초년생들한테는 최고의 차다’, ‘그래도 이번 디자인은 정상적이네. 삼각떼랑 메기렌저는 너무 충격적이었음’, ‘차 업그레이드 비해 착한 가격이네’, ‘칸막이 없어져서 좋아요’, ‘차값오른만큼 좋아졌자나 좋게 생각하자고’, ‘올라간 상품성을 고려하면 적당한 금액이라고 생각합니다. 적당한 중간트림 3,500만원 정도면 그 동안 물가상승률을 고려했을때 저렴한 편이죠.’, ‘지금 아반떼는 쏘나타에 급을 이길만한 상품성으로 구성되어있는데 소나타보다 싸다고 생각해야함’, ‘주행보조 시스템 때문에라도 cn8아반떼 인스퍼레이션 트림으로 갈 것 같습니다’, ‘진짜.외관 멋있네요. 기능은 모르겠고.. 많이 팔리겠어요.’, ‘통풍은 그렇다 쳐도 네비는 빼줘서 오히려 좋은데요... 연세있으신분들 아니면 대부분 카플레이 쓸겁니다’</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0586634"/>
                  </a:ext>
                </a:extLst>
              </a:tr>
              <a:tr h="1418839">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중립</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32</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8</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80975" marR="0" lvl="1" indent="0" algn="l" defTabSz="474933"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‘전기차 전환 가속화 되면 중고가 방어도 전 같지 않을듯합니다’, ‘투싼 풀옵 5500 예상함 ㅋ’, ‘진짜 앞모습보다 뒷모습이 로보트같네’, ‘cn7N 중고가 방어에 도움이 될 수도 잇겠네요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ㅋㅋㅋㅋ</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요즘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사회초년생들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그렌저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아우디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벤츠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비엠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폭바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타던데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경기불황이다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뭐다해도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살사람은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사겠지요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요즘은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너도나도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suv를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탄다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세단의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시대는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저물었음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‘K3도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단종이고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이제는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소나타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단종차례네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아반떼는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아반떼일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‘1.6터보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안쓰고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2.0자연흡기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쓰길래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가격인상</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최소화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하려고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하는줄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알았는데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터보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썼으면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1000만원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올랐겠네요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그랜저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6천찍고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4천찍었으니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쏘나타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5천넘을거임’, ‘N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나오면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5천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하겠네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ㅋㅋㅋ</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이렇다해도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셀토스도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그돈씨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소리</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많이들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했었는데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안팔릴줄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알았더니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판매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꾸준하덥니다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증가한다고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해도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비싸면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당연히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오래타겠죠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글고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전기차는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아직이죠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계기판이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중앙에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있던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로디우스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5년정도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탔는데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처음만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어색하지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적응</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되면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갠츈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하던데요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첫글부터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스펙타클하시네요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비싸지만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망해서는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안될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회사라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생각하네요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hud</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넣으라는거져</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점점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증가하고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있지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않나요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국내도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증가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추세던데요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152831"/>
                  </a:ext>
                </a:extLst>
              </a:tr>
              <a:tr h="1759074">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부정</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52</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5</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80975" marR="0" lvl="1" indent="0" algn="l" defTabSz="474933"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풀옵 4100은 좀 심했습니다 800올랐으니깐요.. 테슬라 3 rwd가 가격오르기전 4300이었는데 말이죠’, ‘내연기관 인스풀옵이 3680...취득세까지 4000이거 다음 아반떼N은 더이상 가성비가 아니게 될수도’, ‘연비도 2.0 넘어가고 떨어져서 소나타가 맞을듯 합니다.. 가격이 미쳤네요’, ‘가격 살벌하네요..’, ‘아반떼N은 얼마나 더 비싸질지 모르겠네요 ㄷㄷ’, ‘아반떼가 3천이라니..참..’, ‘전소나타급으로 올렸네 근데 이름이 아반테면 옵션넣고3천넘으면 아반테를살까?’, ‘이돈이믄 벤츠a나b도 사네’, ‘하브 시작가도 500오르고 옵션도 진짜 기본에서 선택으로 빼버려서 사실상 500을 훌쩍 뛰어넘는 수준으로 올랐음’, ‘가격 만큼은 전세계에 내놔도 남부럽지 않게 비싸네’, ‘조만간 중국차한테 다털리고나서 후회하지말고 자국민들 가격으로장난치지말어라’, ‘깡통에 옵션 살짝넣어쓰던 가성비도 이젠 옛말이구나 ㅠㅠ’, ‘함정인게 트림별로 신형옵션이 더 빠졌다 똑같은 옵션이면 실제로 더 많이 오른거다’, ‘토션빔은 왜 언급 안해요?? 엔진이 2.0이 들어가고 차가 커지면 사실상 소나타를 대체한다는 건데 그 큰 덩치에 토션빔이면’, ‘아반떼는 싼마이로 타는차 아닌가? 4천은 너무 했네’, ‘나중에 차 안팔리니 가격은 안내리고 악어의 눈물 할인쇼 예상’, ‘그돈씨 원래 잘 안 하는데 이 가격이면 윗급으로 가는 게 맞는듯 ..’, ‘1.6도 아니고, 2.0 가솔린을..’, ‘서민은 돌핀이나 타야되겠군요’, ‘급나누기 정말 엄청나네요. 예전엔 인스피레이션 트림가면 굳이 다른 옵션 안넣어도 거의 풀옵이었는데’, ‘계기판 너무 없어보이죠’, ‘와 이게 아반떼 가격인가요? ㄷㄷ’, ‘안팔리는 그랑콜레오스 사겠네요ㄷㄷㄷ’</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40014307"/>
                  </a:ext>
                </a:extLst>
              </a:tr>
              <a:tr h="1418839">
                <a:tc>
                  <a:txBody>
                    <a:bodyPr/>
                    <a:lstStyle/>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단순비난</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p>
                      <a:pPr marL="0" marR="0" lvl="0" indent="0" algn="ctr" defTabSz="474933" rtl="0" eaLnBrk="1" fontAlgn="auto" latinLnBrk="1" hangingPunct="1">
                        <a:lnSpc>
                          <a:spcPct val="100000"/>
                        </a:lnSpc>
                        <a:spcBef>
                          <a:spcPts val="0"/>
                        </a:spcBef>
                        <a:spcAft>
                          <a:spcPts val="0"/>
                        </a:spcAft>
                        <a:buClrTx/>
                        <a:buSzTx/>
                        <a:buFontTx/>
                        <a:buNone/>
                        <a:tabLst/>
                        <a:defRPr/>
                      </a:pP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13</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r>
                        <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2</a:t>
                      </a:r>
                      <a:r>
                        <a:rPr lang="ko-KR" altLang="en-US"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rPr>
                        <a:t>%)</a:t>
                      </a:r>
                      <a:endParaRPr lang="en-US" altLang="ko-KR" sz="1200" b="1" kern="1200" dirty="0">
                        <a:ln>
                          <a:solidFill>
                            <a:prstClr val="white">
                              <a:alpha val="0"/>
                            </a:prstClr>
                          </a:solidFill>
                        </a:ln>
                        <a:solidFill>
                          <a:schemeClr val="tx1"/>
                        </a:solidFill>
                        <a:latin typeface="현대하모니 L" panose="02020603020101020101" pitchFamily="18" charset="-127"/>
                        <a:ea typeface="현대하모니 L" panose="02020603020101020101" pitchFamily="18" charset="-127"/>
                        <a:cs typeface="Arial"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180975" marR="0" lvl="1" indent="0" algn="l" defTabSz="474933"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 배짱장사는 증말이지 답이없네요’, ‘아반떼를 시작으로 곧 나오는 소나타 투싼 스포티지 다 줄줄이 소세지 인상 가는겁니다 진짜 ㅋㅋㅋ’, ‘노조 월급줘야징~’, ‘현대는 금액을 사악하게 올리죠’, ‘이번생 마지막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국민을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호구잡는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악질민노총에갈취당하니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차값안올릴수있나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거꾸로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실적</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이해된다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위한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가격인상</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해산시키고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가격</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내려라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현대차가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한국에서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철수하려고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그렸구나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때문에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한국</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떠나는데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아반떼가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대수냐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마이카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40년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가까이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되는데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안탄지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20년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넘었다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고임금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노조원들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월급많이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줘야하니깐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어쩔수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없겠죠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노조탓</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양아친줄알았는데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아니네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5년안해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망한다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이대로가면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그냥</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현대차가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미쳤음</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외에는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답이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없어보임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역시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노조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ko-KR" altLang="en-US"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점유율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여유가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있으니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그냥</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가격</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올려서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이익</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늘리기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같아요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가격</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많이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올려서</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벌고</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싶은만큼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돈</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많이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벌었으면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좋겠어요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대기업은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결코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소비자를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위하지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않습니다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현대</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올해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수익성에</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미쳐있는거같은데</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개박살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나봐야</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바뀌려나</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조립하는</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현차</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아저씨들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연봉</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1억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줄려면</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저정도로도</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 </a:t>
                      </a:r>
                      <a:r>
                        <a:rPr kumimoji="0" lang="en-US" altLang="ko-KR" sz="1050" b="0" i="0" u="none" strike="noStrike" kern="1200" cap="none" spc="0" normalizeH="0" baseline="0" noProof="0" dirty="0" err="1">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부족할겁니다</a:t>
                      </a:r>
                      <a:r>
                        <a:rPr kumimoji="0" lang="en-US" altLang="ko-KR" sz="1050" b="0" i="0" u="none" strike="noStrike" kern="1200" cap="none" spc="0" normalizeH="0" baseline="0" noProof="0" dirty="0">
                          <a:ln>
                            <a:solidFill>
                              <a:prstClr val="white">
                                <a:alpha val="0"/>
                              </a:prstClr>
                            </a:solidFill>
                          </a:ln>
                          <a:solidFill>
                            <a:prstClr val="black"/>
                          </a:solidFill>
                          <a:effectLst/>
                          <a:uLnTx/>
                          <a:uFillTx/>
                          <a:latin typeface="현대하모니 L" panose="02020603020101020101" pitchFamily="18" charset="-127"/>
                          <a:ea typeface="현대하모니 L" panose="02020603020101020101" pitchFamily="18" charset="-127"/>
                          <a:cs typeface="Arial" pitchFamily="34" charset="0"/>
                        </a:rPr>
                        <a:t>’</a:t>
                      </a: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09810413"/>
                  </a:ext>
                </a:extLst>
              </a:tr>
            </a:tbl>
          </a:graphicData>
        </a:graphic>
      </p:graphicFrame>
      <p:sp>
        <p:nvSpPr>
          <p:cNvPr id="7" name="제목 9">
            <a:extLst>
              <a:ext uri="{FF2B5EF4-FFF2-40B4-BE49-F238E27FC236}">
                <a16:creationId xmlns:a16="http://schemas.microsoft.com/office/drawing/2014/main" id="{14F44588-7D40-4B9C-A0C6-8AA3CDB068A0}"/>
              </a:ext>
            </a:extLst>
          </p:cNvPr>
          <p:cNvSpPr>
            <a:spLocks noGrp="1"/>
          </p:cNvSpPr>
          <p:nvPr>
            <p:ph type="title"/>
          </p:nvPr>
        </p:nvSpPr>
        <p:spPr>
          <a:xfrm>
            <a:off x="360000" y="238680"/>
            <a:ext cx="9964800" cy="306000"/>
          </a:xfrm>
        </p:spPr>
        <p:txBody>
          <a:bodyPr/>
          <a:lstStyle/>
          <a:p>
            <a:r>
              <a:rPr lang="ko-KR" altLang="en-US" dirty="0">
                <a:latin typeface="HDharmony M" panose="02020603020101020101" pitchFamily="18" charset="-127"/>
                <a:ea typeface="HDharmony M" panose="02020603020101020101" pitchFamily="18" charset="-127"/>
              </a:rPr>
              <a:t> ■</a:t>
            </a:r>
            <a:r>
              <a:rPr lang="ko-KR" altLang="en-US" dirty="0">
                <a:solidFill>
                  <a:srgbClr val="333333"/>
                </a:solidFill>
                <a:latin typeface="HDharmony M" panose="02020603020101020101" pitchFamily="18" charset="-127"/>
                <a:ea typeface="HDharmony M" panose="02020603020101020101" pitchFamily="18" charset="-127"/>
              </a:rPr>
              <a:t> </a:t>
            </a:r>
            <a:r>
              <a:rPr lang="en-US" altLang="ko-KR" dirty="0">
                <a:solidFill>
                  <a:srgbClr val="333333"/>
                </a:solidFill>
                <a:latin typeface="HDharmony M" panose="02020603020101020101" pitchFamily="18" charset="-127"/>
                <a:ea typeface="HDharmony M" panose="02020603020101020101" pitchFamily="18" charset="-127"/>
              </a:rPr>
              <a:t>CN8 </a:t>
            </a:r>
            <a:r>
              <a:rPr lang="ko-KR" altLang="en-US" dirty="0">
                <a:solidFill>
                  <a:srgbClr val="333333"/>
                </a:solidFill>
                <a:latin typeface="HDharmony M" panose="02020603020101020101" pitchFamily="18" charset="-127"/>
                <a:ea typeface="HDharmony M" panose="02020603020101020101" pitchFamily="18" charset="-127"/>
              </a:rPr>
              <a:t>가격 공개 관련 여론 동향</a:t>
            </a:r>
            <a:endParaRPr lang="ko-KR" altLang="en-US" sz="1800" dirty="0">
              <a:latin typeface="현대산스 Head Bold" panose="020B0600000101010101" pitchFamily="50" charset="-127"/>
              <a:ea typeface="현대산스 Head Bold" panose="020B0600000101010101" pitchFamily="50" charset="-127"/>
            </a:endParaRPr>
          </a:p>
        </p:txBody>
      </p:sp>
    </p:spTree>
    <p:extLst>
      <p:ext uri="{BB962C8B-B14F-4D97-AF65-F5344CB8AC3E}">
        <p14:creationId xmlns:p14="http://schemas.microsoft.com/office/powerpoint/2010/main" val="3154623145"/>
      </p:ext>
    </p:extLst>
  </p:cSld>
  <p:clrMapOvr>
    <a:masterClrMapping/>
  </p:clrMapOvr>
</p:sld>
</file>

<file path=ppt/theme/theme1.xml><?xml version="1.0" encoding="utf-8"?>
<a:theme xmlns:a="http://schemas.openxmlformats.org/drawingml/2006/main" name="160831_HYU_PowerPoint">
  <a:themeElements>
    <a:clrScheme name="현대 ppt templates">
      <a:dk1>
        <a:sysClr val="windowText" lastClr="000000"/>
      </a:dk1>
      <a:lt1>
        <a:sysClr val="window" lastClr="FFFFFF"/>
      </a:lt1>
      <a:dk2>
        <a:srgbClr val="002C5F"/>
      </a:dk2>
      <a:lt2>
        <a:srgbClr val="E4DCD3"/>
      </a:lt2>
      <a:accent1>
        <a:srgbClr val="00AAD2"/>
      </a:accent1>
      <a:accent2>
        <a:srgbClr val="E63312"/>
      </a:accent2>
      <a:accent3>
        <a:srgbClr val="C6C1B7"/>
      </a:accent3>
      <a:accent4>
        <a:srgbClr val="AEA99B"/>
      </a:accent4>
      <a:accent5>
        <a:srgbClr val="8D8778"/>
      </a:accent5>
      <a:accent6>
        <a:srgbClr val="4BDDFF"/>
      </a:accent6>
      <a:hlink>
        <a:srgbClr val="87E8FF"/>
      </a:hlink>
      <a:folHlink>
        <a:srgbClr val="C3F4FF"/>
      </a:folHlink>
    </a:clrScheme>
    <a:fontScheme name="현대 ppt templates">
      <a:majorFont>
        <a:latin typeface="현대산스 Head Medium"/>
        <a:ea typeface="현대산스 Head Medium"/>
        <a:cs typeface=""/>
      </a:majorFont>
      <a:minorFont>
        <a:latin typeface="현대산스 Head"/>
        <a:ea typeface="현대산스 Head"/>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0" tIns="0" rIns="0" bIns="0">
        <a:noAutofit/>
      </a:bodyPr>
      <a:lstStyle>
        <a:defPPr>
          <a:defRPr b="1" dirty="0">
            <a:latin typeface="Hyundai Sans Head"/>
            <a:cs typeface="Hyundai Sans Head"/>
          </a:defRPr>
        </a:defPPr>
      </a:lst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nchor="t">
        <a:noAutofit/>
      </a:bodyPr>
      <a:lstStyle>
        <a:defPPr>
          <a:spcBef>
            <a:spcPts val="432"/>
          </a:spcBef>
          <a:defRPr b="0" i="0" dirty="0" err="1" smtClean="0"/>
        </a:defPPr>
      </a:lstStyle>
    </a:txDef>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19F9732C906AB4B9B0299E5B01CD244" ma:contentTypeVersion="13" ma:contentTypeDescription="새 문서를 만듭니다." ma:contentTypeScope="" ma:versionID="d2c358976d34bafe0e33af67a69d6c62">
  <xsd:schema xmlns:xsd="http://www.w3.org/2001/XMLSchema" xmlns:xs="http://www.w3.org/2001/XMLSchema" xmlns:p="http://schemas.microsoft.com/office/2006/metadata/properties" xmlns:ns2="031cbb95-f7fb-492e-94d1-2b4909e7911b" xmlns:ns3="ba509df5-701f-4648-b040-415450569052" targetNamespace="http://schemas.microsoft.com/office/2006/metadata/properties" ma:root="true" ma:fieldsID="0a3979a700ca3b0fced54b00039619bd" ns2:_="" ns3:_="">
    <xsd:import namespace="031cbb95-f7fb-492e-94d1-2b4909e7911b"/>
    <xsd:import namespace="ba509df5-701f-4648-b040-41545056905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1cbb95-f7fb-492e-94d1-2b4909e791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509df5-701f-4648-b040-415450569052" elementFormDefault="qualified">
    <xsd:import namespace="http://schemas.microsoft.com/office/2006/documentManagement/types"/>
    <xsd:import namespace="http://schemas.microsoft.com/office/infopath/2007/PartnerControls"/>
    <xsd:element name="SharedWithUsers" ma:index="18"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BB1AC5-CF1F-4C96-BF22-7BDB6F5DDB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1cbb95-f7fb-492e-94d1-2b4909e7911b"/>
    <ds:schemaRef ds:uri="ba509df5-701f-4648-b040-4154505690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B5A0F2-FAAD-4F4D-8E7A-4945E72C12FF}">
  <ds:schemaRefs>
    <ds:schemaRef ds:uri="http://purl.org/dc/dcmitype/"/>
    <ds:schemaRef ds:uri="http://purl.org/dc/terms/"/>
    <ds:schemaRef ds:uri="http://schemas.microsoft.com/office/2006/metadata/properties"/>
    <ds:schemaRef ds:uri="ba509df5-701f-4648-b040-415450569052"/>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031cbb95-f7fb-492e-94d1-2b4909e7911b"/>
    <ds:schemaRef ds:uri="http://www.w3.org/XML/1998/namespace"/>
  </ds:schemaRefs>
</ds:datastoreItem>
</file>

<file path=customXml/itemProps3.xml><?xml version="1.0" encoding="utf-8"?>
<ds:datastoreItem xmlns:ds="http://schemas.openxmlformats.org/officeDocument/2006/customXml" ds:itemID="{B28495BC-5D7A-44AB-86B7-EF5CE0BB4C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145745</TotalTime>
  <Words>1291</Words>
  <Application>Microsoft Macintosh PowerPoint</Application>
  <PresentationFormat>사용자 지정</PresentationFormat>
  <Paragraphs>82</Paragraphs>
  <Slides>2</Slides>
  <Notes>0</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2</vt:i4>
      </vt:variant>
    </vt:vector>
  </HeadingPairs>
  <TitlesOfParts>
    <vt:vector size="14" baseType="lpstr">
      <vt:lpstr>현대산스 Head</vt:lpstr>
      <vt:lpstr>현대산스 Head Bold</vt:lpstr>
      <vt:lpstr>현대산스 Head Medium</vt:lpstr>
      <vt:lpstr>현대산스 Text</vt:lpstr>
      <vt:lpstr>HDharmony B</vt:lpstr>
      <vt:lpstr>현대하모니 L</vt:lpstr>
      <vt:lpstr>현대하모니 M</vt:lpstr>
      <vt:lpstr>현대하모니 M</vt:lpstr>
      <vt:lpstr>Hyundai Sans Head</vt:lpstr>
      <vt:lpstr>Arial</vt:lpstr>
      <vt:lpstr>Wingdings</vt:lpstr>
      <vt:lpstr>160831_HYU_PowerPoint</vt:lpstr>
      <vt:lpstr> ■ CN8 가격 공개 관련 여론 동향</vt:lpstr>
      <vt:lpstr> ■ CN8 가격 공개 관련 여론 동향</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LINESQUARE</dc:creator>
  <cp:lastModifiedBy>학우 김</cp:lastModifiedBy>
  <cp:revision>1569</cp:revision>
  <cp:lastPrinted>2022-03-10T06:35:10Z</cp:lastPrinted>
  <dcterms:created xsi:type="dcterms:W3CDTF">2016-09-27T00:47:55Z</dcterms:created>
  <dcterms:modified xsi:type="dcterms:W3CDTF">2026-08-06T05:52:38Z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0x010100B19F9732C906AB4B9B0299E5B01CD244</vt:lpwstr>
  </property>
</Properties>
</file>